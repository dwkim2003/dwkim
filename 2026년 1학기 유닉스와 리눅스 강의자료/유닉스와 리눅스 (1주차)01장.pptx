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95" r:id="rId1"/>
  </p:sldMasterIdLst>
  <p:notesMasterIdLst>
    <p:notesMasterId r:id="rId2"/>
  </p:notesMasterIdLst>
  <p:handoutMasterIdLst>
    <p:handoutMasterId r:id="rId3"/>
  </p:handoutMasterIdLst>
  <p:sldIdLst>
    <p:sldId id="256" r:id="rId4"/>
    <p:sldId id="721" r:id="rId5"/>
    <p:sldId id="718" r:id="rId6"/>
    <p:sldId id="780" r:id="rId7"/>
    <p:sldId id="818" r:id="rId8"/>
    <p:sldId id="782" r:id="rId9"/>
    <p:sldId id="784" r:id="rId10"/>
    <p:sldId id="817" r:id="rId11"/>
    <p:sldId id="819" r:id="rId12"/>
    <p:sldId id="781" r:id="rId13"/>
    <p:sldId id="821" r:id="rId14"/>
    <p:sldId id="822" r:id="rId15"/>
    <p:sldId id="823" r:id="rId16"/>
    <p:sldId id="787" r:id="rId17"/>
    <p:sldId id="786" r:id="rId18"/>
    <p:sldId id="793" r:id="rId19"/>
    <p:sldId id="794" r:id="rId20"/>
    <p:sldId id="824" r:id="rId21"/>
    <p:sldId id="825" r:id="rId22"/>
    <p:sldId id="826" r:id="rId23"/>
    <p:sldId id="681" r:id="rId24"/>
    <p:sldId id="730" r:id="rId25"/>
    <p:sldId id="775" r:id="rId26"/>
    <p:sldId id="795" r:id="rId27"/>
    <p:sldId id="796" r:id="rId28"/>
    <p:sldId id="797" r:id="rId29"/>
    <p:sldId id="799" r:id="rId30"/>
    <p:sldId id="820" r:id="rId31"/>
    <p:sldId id="800" r:id="rId32"/>
    <p:sldId id="798" r:id="rId33"/>
    <p:sldId id="802" r:id="rId34"/>
    <p:sldId id="808" r:id="rId35"/>
    <p:sldId id="809" r:id="rId36"/>
    <p:sldId id="810" r:id="rId37"/>
    <p:sldId id="811" r:id="rId38"/>
    <p:sldId id="812" r:id="rId39"/>
    <p:sldId id="813" r:id="rId40"/>
    <p:sldId id="814" r:id="rId41"/>
    <p:sldId id="815" r:id="rId42"/>
    <p:sldId id="816" r:id="rId43"/>
  </p:sldIdLst>
  <p:sldSz cx="9144000" cy="6858000" type="screen4x3"/>
  <p:notesSz cx="6858000" cy="9144000"/>
  <p:defaultTextStyle>
    <a:defPPr>
      <a:defRPr lang="ko-KR"/>
    </a:defPPr>
    <a:lvl1pPr algn="l" rtl="0" fontAlgn="base" latinLnBrk="1">
      <a:spcBef>
        <a:spcPct val="0"/>
      </a:spcBef>
      <a:spcAft>
        <a:spcPct val="0"/>
      </a:spcAft>
      <a:defRPr kumimoji="1" kern="1200">
        <a:solidFill>
          <a:schemeClr val="tx1"/>
        </a:solidFill>
        <a:latin typeface="맑은 고딕"/>
        <a:ea typeface="굴림"/>
        <a:cs typeface="+mn-cs"/>
      </a:defRPr>
    </a:lvl1pPr>
    <a:lvl2pPr marL="457200" algn="l" rtl="0" fontAlgn="base" latinLnBrk="1">
      <a:spcBef>
        <a:spcPct val="0"/>
      </a:spcBef>
      <a:spcAft>
        <a:spcPct val="0"/>
      </a:spcAft>
      <a:defRPr kumimoji="1" kern="1200">
        <a:solidFill>
          <a:schemeClr val="tx1"/>
        </a:solidFill>
        <a:latin typeface="맑은 고딕"/>
        <a:ea typeface="굴림"/>
        <a:cs typeface="+mn-cs"/>
      </a:defRPr>
    </a:lvl2pPr>
    <a:lvl3pPr marL="914400" algn="l" rtl="0" fontAlgn="base" latinLnBrk="1">
      <a:spcBef>
        <a:spcPct val="0"/>
      </a:spcBef>
      <a:spcAft>
        <a:spcPct val="0"/>
      </a:spcAft>
      <a:defRPr kumimoji="1" kern="1200">
        <a:solidFill>
          <a:schemeClr val="tx1"/>
        </a:solidFill>
        <a:latin typeface="맑은 고딕"/>
        <a:ea typeface="굴림"/>
        <a:cs typeface="+mn-cs"/>
      </a:defRPr>
    </a:lvl3pPr>
    <a:lvl4pPr marL="1371600" algn="l" rtl="0" fontAlgn="base" latinLnBrk="1">
      <a:spcBef>
        <a:spcPct val="0"/>
      </a:spcBef>
      <a:spcAft>
        <a:spcPct val="0"/>
      </a:spcAft>
      <a:defRPr kumimoji="1" kern="1200">
        <a:solidFill>
          <a:schemeClr val="tx1"/>
        </a:solidFill>
        <a:latin typeface="맑은 고딕"/>
        <a:ea typeface="굴림"/>
        <a:cs typeface="+mn-cs"/>
      </a:defRPr>
    </a:lvl4pPr>
    <a:lvl5pPr marL="1828800" algn="l" rtl="0" fontAlgn="base" latinLnBrk="1">
      <a:spcBef>
        <a:spcPct val="0"/>
      </a:spcBef>
      <a:spcAft>
        <a:spcPct val="0"/>
      </a:spcAft>
      <a:defRPr kumimoji="1" kern="1200">
        <a:solidFill>
          <a:schemeClr val="tx1"/>
        </a:solidFill>
        <a:latin typeface="맑은 고딕"/>
        <a:ea typeface="굴림"/>
        <a:cs typeface="+mn-cs"/>
      </a:defRPr>
    </a:lvl5pPr>
    <a:lvl6pPr marL="2286000" algn="l" defTabSz="914400" rtl="0" eaLnBrk="1" latinLnBrk="1" hangingPunct="1">
      <a:defRPr kumimoji="1" kern="1200">
        <a:solidFill>
          <a:schemeClr val="tx1"/>
        </a:solidFill>
        <a:latin typeface="맑은 고딕"/>
        <a:ea typeface="굴림"/>
        <a:cs typeface="+mn-cs"/>
      </a:defRPr>
    </a:lvl6pPr>
    <a:lvl7pPr marL="2743200" algn="l" defTabSz="914400" rtl="0" eaLnBrk="1" latinLnBrk="1" hangingPunct="1">
      <a:defRPr kumimoji="1" kern="1200">
        <a:solidFill>
          <a:schemeClr val="tx1"/>
        </a:solidFill>
        <a:latin typeface="맑은 고딕"/>
        <a:ea typeface="굴림"/>
        <a:cs typeface="+mn-cs"/>
      </a:defRPr>
    </a:lvl7pPr>
    <a:lvl8pPr marL="3200400" algn="l" defTabSz="914400" rtl="0" eaLnBrk="1" latinLnBrk="1" hangingPunct="1">
      <a:defRPr kumimoji="1" kern="1200">
        <a:solidFill>
          <a:schemeClr val="tx1"/>
        </a:solidFill>
        <a:latin typeface="맑은 고딕"/>
        <a:ea typeface="굴림"/>
        <a:cs typeface="+mn-cs"/>
      </a:defRPr>
    </a:lvl8pPr>
    <a:lvl9pPr marL="3657600" algn="l" defTabSz="914400" rtl="0" eaLnBrk="1" latinLnBrk="1" hangingPunct="1">
      <a:defRPr kumimoji="1" kern="1200">
        <a:solidFill>
          <a:schemeClr val="tx1"/>
        </a:solidFill>
        <a:latin typeface="맑은 고딕"/>
        <a:ea typeface="굴림"/>
        <a:cs typeface="+mn-cs"/>
      </a:defRPr>
    </a:lvl9pPr>
  </p:defaultTextStyle>
</p:presentation>
</file>

<file path=ppt/commentAuthors.xml><?xml version="1.0" encoding="utf-8"?>
<p:cmAuthorLs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mAuthor id="1" name="이수희" initials="이" lastIdx="2" clrIdx="0"/>
</p:cmAuthorLst>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TxStyle/>
      <a:tcStyle>
        <a:tcBdr>
          <a:top>
            <a:lnRef idx="1">
              <a:schemeClr val="accent2"/>
            </a:lnRef>
          </a:top>
          <a:bottom>
            <a:lnRef idx="1">
              <a:schemeClr val="accent2"/>
            </a:lnRef>
          </a:bottom>
        </a:tcBdr>
      </a:tcStyle>
    </a:band1H>
    <a:band1V>
      <a:tcTxStyle/>
      <a:tcStyle>
        <a:tcBdr>
          <a:left>
            <a:lnRef idx="1">
              <a:schemeClr val="accent2"/>
            </a:lnRef>
          </a:left>
          <a:right>
            <a:lnRef idx="1">
              <a:schemeClr val="accent2"/>
            </a:lnRef>
          </a:right>
        </a:tcBdr>
      </a:tcStyle>
    </a:band1V>
    <a:band2V>
      <a:tcTxStyle/>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TxStyle/>
      <a:tcStyle>
        <a:tcBdr/>
        <a:fill>
          <a:solidFill>
            <a:schemeClr val="accent6">
              <a:tint val="40000"/>
            </a:schemeClr>
          </a:solidFill>
        </a:fill>
      </a:tcStyle>
    </a:band1H>
    <a:band2H>
      <a:tcTxStyle/>
      <a:tcStyle>
        <a:tcBdr/>
      </a:tcStyle>
    </a:band2H>
    <a:band1V>
      <a:tcTxStyle/>
      <a:tcStyle>
        <a:tcBdr/>
        <a:fill>
          <a:solidFill>
            <a:schemeClr val="accent6">
              <a:tint val="40000"/>
            </a:schemeClr>
          </a:solidFill>
        </a:fill>
      </a:tcStyle>
    </a:band1V>
    <a:band2V>
      <a:tcTxStyle/>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TxStyle/>
      <a:tcStyle>
        <a:tcBdr/>
        <a:fill>
          <a:solidFill>
            <a:schemeClr val="accent3">
              <a:tint val="40000"/>
            </a:schemeClr>
          </a:solidFill>
        </a:fill>
      </a:tcStyle>
    </a:band1H>
    <a:band2H>
      <a:tcTxStyle/>
      <a:tcStyle>
        <a:tcBdr/>
      </a:tcStyle>
    </a:band2H>
    <a:band1V>
      <a:tcTxStyle/>
      <a:tcStyle>
        <a:tcBdr/>
        <a:fill>
          <a:solidFill>
            <a:schemeClr val="accent3">
              <a:tint val="4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어두운 스타일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TxStyle/>
      <a:tcStyle>
        <a:tcBdr/>
        <a:fill>
          <a:solidFill>
            <a:schemeClr val="dk1">
              <a:tint val="40000"/>
            </a:schemeClr>
          </a:solidFill>
        </a:fill>
      </a:tcStyle>
    </a:band1H>
    <a:band1V>
      <a:tcTxStyle/>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TxStyle/>
      <a:tcStyle>
        <a:tcBdr>
          <a:left>
            <a:ln>
              <a:noFill/>
            </a:ln>
          </a:left>
        </a:tcBdr>
      </a:tcStyle>
    </a:seCell>
    <a:swCell>
      <a:tcTxStyle/>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TxStyle/>
      <a:tcStyle>
        <a:tcBdr>
          <a:left>
            <a:ln>
              <a:noFill/>
            </a:ln>
          </a:left>
        </a:tcBdr>
      </a:tcStyle>
    </a:neCell>
    <a:nwCell>
      <a:tcTxStyle/>
      <a:tcStyle>
        <a:tcBdr>
          <a:right>
            <a:ln>
              <a:noFill/>
            </a:ln>
          </a:right>
        </a:tcBdr>
      </a:tcStyle>
    </a:nwCel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TxStyle/>
      <a:tcStyle>
        <a:tcBdr/>
        <a:fill>
          <a:solidFill>
            <a:schemeClr val="tx1">
              <a:alpha val="20000"/>
            </a:schemeClr>
          </a:solidFill>
        </a:fill>
      </a:tcStyle>
    </a:band1H>
    <a:band2H>
      <a:tcTxStyle/>
      <a:tcStyle>
        <a:tcBdr/>
      </a:tcStyle>
    </a:band2H>
    <a:band1V>
      <a:tcTxStyle/>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TxStyle/>
      <a:tcStyle>
        <a:tcBdr>
          <a:top>
            <a:lnRef idx="1">
              <a:schemeClr val="accent1"/>
            </a:lnRef>
          </a:top>
          <a:bottom>
            <a:lnRef idx="1">
              <a:schemeClr val="accent1"/>
            </a:lnRef>
          </a:bottom>
        </a:tcBdr>
      </a:tcStyle>
    </a:band1H>
    <a:band1V>
      <a:tcTxStyle/>
      <a:tcStyle>
        <a:tcBdr>
          <a:left>
            <a:lnRef idx="1">
              <a:schemeClr val="accent1"/>
            </a:lnRef>
          </a:left>
          <a:right>
            <a:lnRef idx="1">
              <a:schemeClr val="accent1"/>
            </a:lnRef>
          </a:right>
        </a:tcBdr>
      </a:tcStyle>
    </a:band1V>
    <a:band2V>
      <a:tcTxStyle/>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밝은 스타일 1 - 강조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TxStyle/>
      <a:tcStyle>
        <a:tcBdr/>
        <a:fill>
          <a:solidFill>
            <a:schemeClr val="accent6">
              <a:alpha val="20000"/>
            </a:schemeClr>
          </a:solidFill>
        </a:fill>
      </a:tcStyle>
    </a:band1H>
    <a:band2H>
      <a:tcTxStyle/>
      <a:tcStyle>
        <a:tcBdr/>
      </a:tcStyle>
    </a:band2H>
    <a:band1V>
      <a:tcTxStyle/>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6478" autoAdjust="0"/>
    <p:restoredTop sz="94288" autoAdjust="0"/>
  </p:normalViewPr>
  <p:slideViewPr>
    <p:cSldViewPr>
      <p:cViewPr varScale="1">
        <p:scale>
          <a:sx n="100" d="100"/>
          <a:sy n="100" d="100"/>
        </p:scale>
        <p:origin x="2736" y="96"/>
      </p:cViewPr>
      <p:guideLst>
        <p:guide orient="horz" pos="118"/>
        <p:guide pos="157"/>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910" y="72"/>
      </p:cViewPr>
      <p:guideLst>
        <p:guide orient="horz" pos="2880"/>
        <p:guide pos="215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slide" Target="slides/slide36.xml"  /><Relationship Id="rId4" Type="http://schemas.openxmlformats.org/officeDocument/2006/relationships/slide" Target="slides/slide1.xml"  /><Relationship Id="rId40" Type="http://schemas.openxmlformats.org/officeDocument/2006/relationships/slide" Target="slides/slide37.xml"  /><Relationship Id="rId41" Type="http://schemas.openxmlformats.org/officeDocument/2006/relationships/slide" Target="slides/slide38.xml"  /><Relationship Id="rId42" Type="http://schemas.openxmlformats.org/officeDocument/2006/relationships/slide" Target="slides/slide39.xml"  /><Relationship Id="rId43" Type="http://schemas.openxmlformats.org/officeDocument/2006/relationships/slide" Target="slides/slide40.xml"  /><Relationship Id="rId44" Type="http://schemas.openxmlformats.org/officeDocument/2006/relationships/commentAuthors" Target="commentAuthors.xml"  /><Relationship Id="rId45" Type="http://schemas.openxmlformats.org/officeDocument/2006/relationships/presProps" Target="presProps.xml"  /><Relationship Id="rId46" Type="http://schemas.openxmlformats.org/officeDocument/2006/relationships/viewProps" Target="viewProps.xml"  /><Relationship Id="rId47" Type="http://schemas.openxmlformats.org/officeDocument/2006/relationships/theme" Target="theme/theme1.xml"  /><Relationship Id="rId48" Type="http://schemas.openxmlformats.org/officeDocument/2006/relationships/tableStyles" Target="tableStyles.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B2C53-575D-4168-90BF-76E52E1069CE}"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8A6B6529-7E91-4A6A-BBBA-351E6C1F38B7}">
      <dgm:prSet/>
      <dgm:spPr/>
      <dgm:t>
        <a:bodyPr/>
        <a:lstStyle/>
        <a:p>
          <a:r>
            <a:rPr lang="ko-KR" b="1"/>
            <a:t>운영체제</a:t>
          </a:r>
          <a:r>
            <a:rPr lang="en-US" b="1"/>
            <a:t>(OS)</a:t>
          </a:r>
          <a:endParaRPr lang="en-US"/>
        </a:p>
      </dgm:t>
    </dgm:pt>
    <dgm:pt modelId="{CE7FC0D5-615F-4F88-BF41-4981AEA3770E}" type="parTrans" cxnId="{C5ECE400-6F2A-4F18-8274-00842660AB51}">
      <dgm:prSet/>
      <dgm:spPr/>
      <dgm:t>
        <a:bodyPr/>
        <a:lstStyle/>
        <a:p>
          <a:endParaRPr lang="en-US"/>
        </a:p>
      </dgm:t>
    </dgm:pt>
    <dgm:pt modelId="{CBE2DA43-BD71-45FA-A46D-AA044E5AB4CE}" type="sibTrans" cxnId="{C5ECE400-6F2A-4F18-8274-00842660AB51}">
      <dgm:prSet/>
      <dgm:spPr/>
      <dgm:t>
        <a:bodyPr/>
        <a:lstStyle/>
        <a:p>
          <a:endParaRPr lang="en-US"/>
        </a:p>
      </dgm:t>
    </dgm:pt>
    <dgm:pt modelId="{93032E84-DF51-4B08-A29A-40EAFB91B7EE}">
      <dgm:prSet/>
      <dgm:spPr/>
      <dgm:t>
        <a:bodyPr/>
        <a:lstStyle/>
        <a:p>
          <a:r>
            <a:rPr lang="ko-KR"/>
            <a:t>컴퓨터 하드웨어와 응용 프로그램 간의 인터페이스를 제공하는 소프트웨어</a:t>
          </a:r>
          <a:endParaRPr lang="en-US"/>
        </a:p>
      </dgm:t>
    </dgm:pt>
    <dgm:pt modelId="{47462FEA-B930-4058-B271-38AF78850F2F}" type="parTrans" cxnId="{6A15E2BE-3199-49B3-A375-7B682A90F8E0}">
      <dgm:prSet/>
      <dgm:spPr/>
      <dgm:t>
        <a:bodyPr/>
        <a:lstStyle/>
        <a:p>
          <a:endParaRPr lang="en-US"/>
        </a:p>
      </dgm:t>
    </dgm:pt>
    <dgm:pt modelId="{878FFB32-90FF-4E19-AC70-19B63D5959E5}" type="sibTrans" cxnId="{6A15E2BE-3199-49B3-A375-7B682A90F8E0}">
      <dgm:prSet/>
      <dgm:spPr/>
      <dgm:t>
        <a:bodyPr/>
        <a:lstStyle/>
        <a:p>
          <a:endParaRPr lang="en-US"/>
        </a:p>
      </dgm:t>
    </dgm:pt>
    <dgm:pt modelId="{FAA0A9B4-F967-4FE3-9B11-BE52A8E52087}">
      <dgm:prSet/>
      <dgm:spPr/>
      <dgm:t>
        <a:bodyPr/>
        <a:lstStyle/>
        <a:p>
          <a:r>
            <a:rPr lang="ko-KR" b="1"/>
            <a:t>운영체제의 주요 목적</a:t>
          </a:r>
          <a:r>
            <a:rPr lang="en-US" b="1"/>
            <a:t>(</a:t>
          </a:r>
          <a:r>
            <a:rPr lang="ko-KR" b="1"/>
            <a:t>역할</a:t>
          </a:r>
          <a:r>
            <a:rPr lang="en-US" b="1"/>
            <a:t>)</a:t>
          </a:r>
          <a:endParaRPr lang="en-US"/>
        </a:p>
      </dgm:t>
    </dgm:pt>
    <dgm:pt modelId="{931DD1C1-01E1-4F30-B242-1A529AA87A28}" type="parTrans" cxnId="{0AFA523F-36E5-4B97-834F-68C16B816179}">
      <dgm:prSet/>
      <dgm:spPr/>
      <dgm:t>
        <a:bodyPr/>
        <a:lstStyle/>
        <a:p>
          <a:endParaRPr lang="en-US"/>
        </a:p>
      </dgm:t>
    </dgm:pt>
    <dgm:pt modelId="{3806E0F9-43B0-46D1-99EE-517FA2A642DF}" type="sibTrans" cxnId="{0AFA523F-36E5-4B97-834F-68C16B816179}">
      <dgm:prSet/>
      <dgm:spPr/>
      <dgm:t>
        <a:bodyPr/>
        <a:lstStyle/>
        <a:p>
          <a:endParaRPr lang="en-US"/>
        </a:p>
      </dgm:t>
    </dgm:pt>
    <dgm:pt modelId="{D61F9477-7B81-4082-B9BE-F78768A2F58B}">
      <dgm:prSet/>
      <dgm:spPr/>
      <dgm:t>
        <a:bodyPr/>
        <a:lstStyle/>
        <a:p>
          <a:r>
            <a:rPr lang="ko-KR"/>
            <a:t>사용자에게 편리한 컴퓨터 사용 환경 제공</a:t>
          </a:r>
          <a:endParaRPr lang="en-US"/>
        </a:p>
      </dgm:t>
    </dgm:pt>
    <dgm:pt modelId="{B67D11CC-793C-44AA-8102-6EA01DC089EE}" type="parTrans" cxnId="{24DC85A4-CFEF-44D9-BF5B-97E017F8C73F}">
      <dgm:prSet/>
      <dgm:spPr/>
      <dgm:t>
        <a:bodyPr/>
        <a:lstStyle/>
        <a:p>
          <a:endParaRPr lang="en-US"/>
        </a:p>
      </dgm:t>
    </dgm:pt>
    <dgm:pt modelId="{9E2D1E7E-D3E2-476C-8C8E-1DDF5FE03ECC}" type="sibTrans" cxnId="{24DC85A4-CFEF-44D9-BF5B-97E017F8C73F}">
      <dgm:prSet/>
      <dgm:spPr/>
      <dgm:t>
        <a:bodyPr/>
        <a:lstStyle/>
        <a:p>
          <a:endParaRPr lang="en-US"/>
        </a:p>
      </dgm:t>
    </dgm:pt>
    <dgm:pt modelId="{E5AC6BA0-2712-42E8-9D5E-7273182F88F5}">
      <dgm:prSet/>
      <dgm:spPr/>
      <dgm:t>
        <a:bodyPr/>
        <a:lstStyle/>
        <a:p>
          <a:r>
            <a:rPr lang="en-US"/>
            <a:t>CPU, </a:t>
          </a:r>
          <a:r>
            <a:rPr lang="ko-KR"/>
            <a:t>메모리 등 시스템 자원의 효율적 관리</a:t>
          </a:r>
          <a:endParaRPr lang="en-US"/>
        </a:p>
      </dgm:t>
    </dgm:pt>
    <dgm:pt modelId="{468FDFC3-28BA-4F23-829B-D5D6BAA187DC}" type="parTrans" cxnId="{04F6B51F-9E7E-4752-AC30-83C332244670}">
      <dgm:prSet/>
      <dgm:spPr/>
      <dgm:t>
        <a:bodyPr/>
        <a:lstStyle/>
        <a:p>
          <a:endParaRPr lang="en-US"/>
        </a:p>
      </dgm:t>
    </dgm:pt>
    <dgm:pt modelId="{E27BD162-B69C-4A9B-9651-AE314D472ADB}" type="sibTrans" cxnId="{04F6B51F-9E7E-4752-AC30-83C332244670}">
      <dgm:prSet/>
      <dgm:spPr/>
      <dgm:t>
        <a:bodyPr/>
        <a:lstStyle/>
        <a:p>
          <a:endParaRPr lang="en-US"/>
        </a:p>
      </dgm:t>
    </dgm:pt>
    <dgm:pt modelId="{CF0248D5-9D24-4D5A-B2DD-F3BFAFDB2802}">
      <dgm:prSet/>
      <dgm:spPr/>
      <dgm:t>
        <a:bodyPr/>
        <a:lstStyle/>
        <a:p>
          <a:r>
            <a:rPr lang="ko-KR" b="1"/>
            <a:t>운영체제의 주요 기능</a:t>
          </a:r>
          <a:endParaRPr lang="en-US"/>
        </a:p>
      </dgm:t>
    </dgm:pt>
    <dgm:pt modelId="{38C466F9-87CC-4922-86C2-420A7CB6F420}" type="parTrans" cxnId="{28A44492-DBF8-48A8-B741-25723CECB728}">
      <dgm:prSet/>
      <dgm:spPr/>
      <dgm:t>
        <a:bodyPr/>
        <a:lstStyle/>
        <a:p>
          <a:endParaRPr lang="en-US"/>
        </a:p>
      </dgm:t>
    </dgm:pt>
    <dgm:pt modelId="{789BB6BF-146D-4E17-9061-1D1D3A25BC26}" type="sibTrans" cxnId="{28A44492-DBF8-48A8-B741-25723CECB728}">
      <dgm:prSet/>
      <dgm:spPr/>
      <dgm:t>
        <a:bodyPr/>
        <a:lstStyle/>
        <a:p>
          <a:endParaRPr lang="en-US"/>
        </a:p>
      </dgm:t>
    </dgm:pt>
    <dgm:pt modelId="{AA9B60F9-108B-4768-A013-3987CF7ED3C5}">
      <dgm:prSet/>
      <dgm:spPr/>
      <dgm:t>
        <a:bodyPr/>
        <a:lstStyle/>
        <a:p>
          <a:r>
            <a:rPr lang="ko-KR"/>
            <a:t>프로세스 관리</a:t>
          </a:r>
          <a:r>
            <a:rPr lang="en-US"/>
            <a:t>: </a:t>
          </a:r>
          <a:r>
            <a:rPr lang="ko-KR"/>
            <a:t>프로세스 생성</a:t>
          </a:r>
          <a:r>
            <a:rPr lang="en-US"/>
            <a:t>, </a:t>
          </a:r>
          <a:r>
            <a:rPr lang="ko-KR"/>
            <a:t>스케줄링</a:t>
          </a:r>
          <a:r>
            <a:rPr lang="en-US"/>
            <a:t>, CPU </a:t>
          </a:r>
          <a:r>
            <a:rPr lang="ko-KR"/>
            <a:t>시간 분배</a:t>
          </a:r>
          <a:r>
            <a:rPr lang="en-US"/>
            <a:t> </a:t>
          </a:r>
          <a:r>
            <a:rPr lang="ko-KR"/>
            <a:t>등</a:t>
          </a:r>
          <a:endParaRPr lang="en-US"/>
        </a:p>
      </dgm:t>
    </dgm:pt>
    <dgm:pt modelId="{C53A0A90-9B7F-41AB-9D9A-0D94B5E5B02E}" type="parTrans" cxnId="{53C72242-26AD-4E69-81B2-ABCC0E472424}">
      <dgm:prSet/>
      <dgm:spPr/>
      <dgm:t>
        <a:bodyPr/>
        <a:lstStyle/>
        <a:p>
          <a:endParaRPr lang="en-US"/>
        </a:p>
      </dgm:t>
    </dgm:pt>
    <dgm:pt modelId="{5DE6C288-08C5-424F-8FBE-BDD096FFDA86}" type="sibTrans" cxnId="{53C72242-26AD-4E69-81B2-ABCC0E472424}">
      <dgm:prSet/>
      <dgm:spPr/>
      <dgm:t>
        <a:bodyPr/>
        <a:lstStyle/>
        <a:p>
          <a:endParaRPr lang="en-US"/>
        </a:p>
      </dgm:t>
    </dgm:pt>
    <dgm:pt modelId="{C08FBC8D-7FBF-427D-9AF7-F37AA0648F52}">
      <dgm:prSet/>
      <dgm:spPr/>
      <dgm:t>
        <a:bodyPr/>
        <a:lstStyle/>
        <a:p>
          <a:r>
            <a:rPr lang="ko-KR"/>
            <a:t>메모리 관리</a:t>
          </a:r>
          <a:r>
            <a:rPr lang="en-US"/>
            <a:t>: </a:t>
          </a:r>
          <a:r>
            <a:rPr lang="ko-KR"/>
            <a:t>메모리 할당</a:t>
          </a:r>
          <a:r>
            <a:rPr lang="en-US"/>
            <a:t>, </a:t>
          </a:r>
          <a:r>
            <a:rPr lang="ko-KR"/>
            <a:t>해제</a:t>
          </a:r>
          <a:r>
            <a:rPr lang="en-US"/>
            <a:t>, </a:t>
          </a:r>
          <a:r>
            <a:rPr lang="ko-KR"/>
            <a:t>가상 메모리</a:t>
          </a:r>
          <a:r>
            <a:rPr lang="en-US"/>
            <a:t>, </a:t>
          </a:r>
          <a:r>
            <a:rPr lang="ko-KR"/>
            <a:t>페이지 교체</a:t>
          </a:r>
          <a:r>
            <a:rPr lang="en-US"/>
            <a:t> </a:t>
          </a:r>
          <a:r>
            <a:rPr lang="ko-KR"/>
            <a:t>등</a:t>
          </a:r>
          <a:endParaRPr lang="en-US"/>
        </a:p>
      </dgm:t>
    </dgm:pt>
    <dgm:pt modelId="{7A5A53D4-68A4-4B14-B079-5B668B4017A9}" type="parTrans" cxnId="{228CC4C3-81DC-4F82-86FB-7EDADDC0BCF0}">
      <dgm:prSet/>
      <dgm:spPr/>
      <dgm:t>
        <a:bodyPr/>
        <a:lstStyle/>
        <a:p>
          <a:endParaRPr lang="en-US"/>
        </a:p>
      </dgm:t>
    </dgm:pt>
    <dgm:pt modelId="{4DEBEE0A-1ED2-4717-84CB-22F23C56A291}" type="sibTrans" cxnId="{228CC4C3-81DC-4F82-86FB-7EDADDC0BCF0}">
      <dgm:prSet/>
      <dgm:spPr/>
      <dgm:t>
        <a:bodyPr/>
        <a:lstStyle/>
        <a:p>
          <a:endParaRPr lang="en-US"/>
        </a:p>
      </dgm:t>
    </dgm:pt>
    <dgm:pt modelId="{ABC8A461-CD6B-4A96-B696-3F8638A57845}">
      <dgm:prSet/>
      <dgm:spPr/>
      <dgm:t>
        <a:bodyPr/>
        <a:lstStyle/>
        <a:p>
          <a:r>
            <a:rPr lang="ko-KR"/>
            <a:t>파일 시스템 관리</a:t>
          </a:r>
          <a:r>
            <a:rPr lang="en-US"/>
            <a:t>: </a:t>
          </a:r>
          <a:r>
            <a:rPr lang="ko-KR"/>
            <a:t>파일 생성</a:t>
          </a:r>
          <a:r>
            <a:rPr lang="en-US"/>
            <a:t>, </a:t>
          </a:r>
          <a:r>
            <a:rPr lang="ko-KR"/>
            <a:t>읽기</a:t>
          </a:r>
          <a:r>
            <a:rPr lang="en-US"/>
            <a:t>, </a:t>
          </a:r>
          <a:r>
            <a:rPr lang="ko-KR"/>
            <a:t>쓰기</a:t>
          </a:r>
          <a:r>
            <a:rPr lang="en-US"/>
            <a:t>, </a:t>
          </a:r>
          <a:r>
            <a:rPr lang="ko-KR"/>
            <a:t>삭제</a:t>
          </a:r>
          <a:r>
            <a:rPr lang="en-US"/>
            <a:t> </a:t>
          </a:r>
          <a:r>
            <a:rPr lang="ko-KR"/>
            <a:t>등</a:t>
          </a:r>
          <a:endParaRPr lang="en-US"/>
        </a:p>
      </dgm:t>
    </dgm:pt>
    <dgm:pt modelId="{CBBD90A8-D298-47C2-92DB-F8929AD3CEC0}" type="parTrans" cxnId="{C4307484-092E-4067-8A56-141B5C3C0CA3}">
      <dgm:prSet/>
      <dgm:spPr/>
      <dgm:t>
        <a:bodyPr/>
        <a:lstStyle/>
        <a:p>
          <a:endParaRPr lang="en-US"/>
        </a:p>
      </dgm:t>
    </dgm:pt>
    <dgm:pt modelId="{FD88C520-F407-479D-99ED-5C8CC752E0EA}" type="sibTrans" cxnId="{C4307484-092E-4067-8A56-141B5C3C0CA3}">
      <dgm:prSet/>
      <dgm:spPr/>
      <dgm:t>
        <a:bodyPr/>
        <a:lstStyle/>
        <a:p>
          <a:endParaRPr lang="en-US"/>
        </a:p>
      </dgm:t>
    </dgm:pt>
    <dgm:pt modelId="{B3C0443C-7C40-48F0-A057-15FAA2D76B2C}">
      <dgm:prSet/>
      <dgm:spPr/>
      <dgm:t>
        <a:bodyPr/>
        <a:lstStyle/>
        <a:p>
          <a:r>
            <a:rPr lang="ko-KR"/>
            <a:t>입출력 관리</a:t>
          </a:r>
          <a:r>
            <a:rPr lang="en-US"/>
            <a:t>: </a:t>
          </a:r>
          <a:r>
            <a:rPr lang="ko-KR"/>
            <a:t>장치와 데이터 간의 상호작용</a:t>
          </a:r>
          <a:endParaRPr lang="en-US"/>
        </a:p>
      </dgm:t>
    </dgm:pt>
    <dgm:pt modelId="{BDE0E920-05EF-4439-B814-BC113CFD396A}" type="parTrans" cxnId="{94E019AA-8B24-454F-99AC-A7FA70D2BFC4}">
      <dgm:prSet/>
      <dgm:spPr/>
      <dgm:t>
        <a:bodyPr/>
        <a:lstStyle/>
        <a:p>
          <a:endParaRPr lang="en-US"/>
        </a:p>
      </dgm:t>
    </dgm:pt>
    <dgm:pt modelId="{E48CA035-6869-48EE-B9E5-28EC302E6117}" type="sibTrans" cxnId="{94E019AA-8B24-454F-99AC-A7FA70D2BFC4}">
      <dgm:prSet/>
      <dgm:spPr/>
      <dgm:t>
        <a:bodyPr/>
        <a:lstStyle/>
        <a:p>
          <a:endParaRPr lang="en-US"/>
        </a:p>
      </dgm:t>
    </dgm:pt>
    <dgm:pt modelId="{938B18C0-BF2F-4537-B017-B063660BD6DD}">
      <dgm:prSet/>
      <dgm:spPr/>
      <dgm:t>
        <a:bodyPr/>
        <a:lstStyle/>
        <a:p>
          <a:r>
            <a:rPr lang="ko-KR"/>
            <a:t>자원 관리 및 보호</a:t>
          </a:r>
          <a:r>
            <a:rPr lang="en-US"/>
            <a:t>: </a:t>
          </a:r>
          <a:r>
            <a:rPr lang="ko-KR"/>
            <a:t>시스템 자원의 충돌 방지 및 보안 등</a:t>
          </a:r>
          <a:endParaRPr lang="en-US"/>
        </a:p>
      </dgm:t>
    </dgm:pt>
    <dgm:pt modelId="{D485ACA4-6B54-4C4B-A59C-F9AF444DC45D}" type="parTrans" cxnId="{A24F209F-FAC3-437E-8222-87B4780B44CC}">
      <dgm:prSet/>
      <dgm:spPr/>
      <dgm:t>
        <a:bodyPr/>
        <a:lstStyle/>
        <a:p>
          <a:endParaRPr lang="en-US"/>
        </a:p>
      </dgm:t>
    </dgm:pt>
    <dgm:pt modelId="{9ADE96F4-FC9A-420E-A4BC-475D9F292385}" type="sibTrans" cxnId="{A24F209F-FAC3-437E-8222-87B4780B44CC}">
      <dgm:prSet/>
      <dgm:spPr/>
      <dgm:t>
        <a:bodyPr/>
        <a:lstStyle/>
        <a:p>
          <a:endParaRPr lang="en-US"/>
        </a:p>
      </dgm:t>
    </dgm:pt>
    <dgm:pt modelId="{52D31FE1-D965-4C46-BD82-2EF02D6C7274}">
      <dgm:prSet/>
      <dgm:spPr/>
      <dgm:t>
        <a:bodyPr/>
        <a:lstStyle/>
        <a:p>
          <a:r>
            <a:rPr lang="ko-KR"/>
            <a:t>사용자 인터페이스 제공</a:t>
          </a:r>
          <a:r>
            <a:rPr lang="en-US"/>
            <a:t>: GUI </a:t>
          </a:r>
          <a:r>
            <a:rPr lang="ko-KR"/>
            <a:t>또는 명령형 인터페이스 제공</a:t>
          </a:r>
          <a:endParaRPr lang="en-US"/>
        </a:p>
      </dgm:t>
    </dgm:pt>
    <dgm:pt modelId="{B846574C-F13C-487E-A8CD-CB2188CFD66C}" type="parTrans" cxnId="{E13A5801-A44A-4D94-B8B3-34B91DB0115F}">
      <dgm:prSet/>
      <dgm:spPr/>
      <dgm:t>
        <a:bodyPr/>
        <a:lstStyle/>
        <a:p>
          <a:endParaRPr lang="en-US"/>
        </a:p>
      </dgm:t>
    </dgm:pt>
    <dgm:pt modelId="{4742B1AB-2F44-4246-AC63-F71070BFA8AD}" type="sibTrans" cxnId="{E13A5801-A44A-4D94-B8B3-34B91DB0115F}">
      <dgm:prSet/>
      <dgm:spPr/>
      <dgm:t>
        <a:bodyPr/>
        <a:lstStyle/>
        <a:p>
          <a:endParaRPr lang="en-US"/>
        </a:p>
      </dgm:t>
    </dgm:pt>
    <dgm:pt modelId="{6813DB0E-A6E7-43C0-B729-1E11DDB6B352}" type="pres">
      <dgm:prSet presAssocID="{DC9B2C53-575D-4168-90BF-76E52E1069CE}" presName="linear" presStyleCnt="0">
        <dgm:presLayoutVars>
          <dgm:dir/>
          <dgm:animLvl val="lvl"/>
          <dgm:resizeHandles val="exact"/>
        </dgm:presLayoutVars>
      </dgm:prSet>
      <dgm:spPr/>
    </dgm:pt>
    <dgm:pt modelId="{6EBB9052-C797-45FF-8C3C-DEA9B7B50FE0}" type="pres">
      <dgm:prSet presAssocID="{8A6B6529-7E91-4A6A-BBBA-351E6C1F38B7}" presName="parentLin" presStyleCnt="0"/>
      <dgm:spPr/>
    </dgm:pt>
    <dgm:pt modelId="{30F51983-37A7-4F5C-B668-B9A32146CD5C}" type="pres">
      <dgm:prSet presAssocID="{8A6B6529-7E91-4A6A-BBBA-351E6C1F38B7}" presName="parentLeftMargin" presStyleLbl="node1" presStyleIdx="0" presStyleCnt="3"/>
      <dgm:spPr/>
    </dgm:pt>
    <dgm:pt modelId="{97A431EF-CF14-4C44-8FC7-62C7A7A03E5A}" type="pres">
      <dgm:prSet presAssocID="{8A6B6529-7E91-4A6A-BBBA-351E6C1F38B7}" presName="parentText" presStyleLbl="node1" presStyleIdx="0" presStyleCnt="3">
        <dgm:presLayoutVars>
          <dgm:chMax val="0"/>
          <dgm:bulletEnabled val="1"/>
        </dgm:presLayoutVars>
      </dgm:prSet>
      <dgm:spPr/>
    </dgm:pt>
    <dgm:pt modelId="{92078DA1-6E69-4D62-9422-F713C871F529}" type="pres">
      <dgm:prSet presAssocID="{8A6B6529-7E91-4A6A-BBBA-351E6C1F38B7}" presName="negativeSpace" presStyleCnt="0"/>
      <dgm:spPr/>
    </dgm:pt>
    <dgm:pt modelId="{897E6E37-1C86-45B7-A448-2C210CBBCF8A}" type="pres">
      <dgm:prSet presAssocID="{8A6B6529-7E91-4A6A-BBBA-351E6C1F38B7}" presName="childText" presStyleLbl="conFgAcc1" presStyleIdx="0" presStyleCnt="3">
        <dgm:presLayoutVars>
          <dgm:bulletEnabled val="1"/>
        </dgm:presLayoutVars>
      </dgm:prSet>
      <dgm:spPr/>
    </dgm:pt>
    <dgm:pt modelId="{E755C366-3A2D-441B-B87E-68D972995557}" type="pres">
      <dgm:prSet presAssocID="{CBE2DA43-BD71-45FA-A46D-AA044E5AB4CE}" presName="spaceBetweenRectangles" presStyleCnt="0"/>
      <dgm:spPr/>
    </dgm:pt>
    <dgm:pt modelId="{F02160E6-4F9C-4140-8D17-EC5FA16D3572}" type="pres">
      <dgm:prSet presAssocID="{FAA0A9B4-F967-4FE3-9B11-BE52A8E52087}" presName="parentLin" presStyleCnt="0"/>
      <dgm:spPr/>
    </dgm:pt>
    <dgm:pt modelId="{387BB278-BA91-4909-8323-31DE3C935F5A}" type="pres">
      <dgm:prSet presAssocID="{FAA0A9B4-F967-4FE3-9B11-BE52A8E52087}" presName="parentLeftMargin" presStyleLbl="node1" presStyleIdx="0" presStyleCnt="3"/>
      <dgm:spPr/>
    </dgm:pt>
    <dgm:pt modelId="{D2D84C56-0050-479B-8503-3F729D7F829B}" type="pres">
      <dgm:prSet presAssocID="{FAA0A9B4-F967-4FE3-9B11-BE52A8E52087}" presName="parentText" presStyleLbl="node1" presStyleIdx="1" presStyleCnt="3">
        <dgm:presLayoutVars>
          <dgm:chMax val="0"/>
          <dgm:bulletEnabled val="1"/>
        </dgm:presLayoutVars>
      </dgm:prSet>
      <dgm:spPr/>
    </dgm:pt>
    <dgm:pt modelId="{D03F0709-49A3-4E37-9D47-7B3FB09318A5}" type="pres">
      <dgm:prSet presAssocID="{FAA0A9B4-F967-4FE3-9B11-BE52A8E52087}" presName="negativeSpace" presStyleCnt="0"/>
      <dgm:spPr/>
    </dgm:pt>
    <dgm:pt modelId="{52DAEE8F-695C-40D0-9F87-B9D275612939}" type="pres">
      <dgm:prSet presAssocID="{FAA0A9B4-F967-4FE3-9B11-BE52A8E52087}" presName="childText" presStyleLbl="conFgAcc1" presStyleIdx="1" presStyleCnt="3">
        <dgm:presLayoutVars>
          <dgm:bulletEnabled val="1"/>
        </dgm:presLayoutVars>
      </dgm:prSet>
      <dgm:spPr/>
    </dgm:pt>
    <dgm:pt modelId="{8E46FEC6-88B9-42F7-BF50-0119EC898D6D}" type="pres">
      <dgm:prSet presAssocID="{3806E0F9-43B0-46D1-99EE-517FA2A642DF}" presName="spaceBetweenRectangles" presStyleCnt="0"/>
      <dgm:spPr/>
    </dgm:pt>
    <dgm:pt modelId="{77DD8975-B104-4C30-B47A-F37ADFD2A484}" type="pres">
      <dgm:prSet presAssocID="{CF0248D5-9D24-4D5A-B2DD-F3BFAFDB2802}" presName="parentLin" presStyleCnt="0"/>
      <dgm:spPr/>
    </dgm:pt>
    <dgm:pt modelId="{18A03F7B-7B6C-4BF5-A21E-B34E70017A7C}" type="pres">
      <dgm:prSet presAssocID="{CF0248D5-9D24-4D5A-B2DD-F3BFAFDB2802}" presName="parentLeftMargin" presStyleLbl="node1" presStyleIdx="1" presStyleCnt="3"/>
      <dgm:spPr/>
    </dgm:pt>
    <dgm:pt modelId="{D436E02E-1494-4DC1-9EB2-EBADEFF5730D}" type="pres">
      <dgm:prSet presAssocID="{CF0248D5-9D24-4D5A-B2DD-F3BFAFDB2802}" presName="parentText" presStyleLbl="node1" presStyleIdx="2" presStyleCnt="3">
        <dgm:presLayoutVars>
          <dgm:chMax val="0"/>
          <dgm:bulletEnabled val="1"/>
        </dgm:presLayoutVars>
      </dgm:prSet>
      <dgm:spPr/>
    </dgm:pt>
    <dgm:pt modelId="{4892582B-7DDC-489F-872E-BFFE20C4684D}" type="pres">
      <dgm:prSet presAssocID="{CF0248D5-9D24-4D5A-B2DD-F3BFAFDB2802}" presName="negativeSpace" presStyleCnt="0"/>
      <dgm:spPr/>
    </dgm:pt>
    <dgm:pt modelId="{ACF1EB81-0F49-4CE8-8455-9EFEA22C5260}" type="pres">
      <dgm:prSet presAssocID="{CF0248D5-9D24-4D5A-B2DD-F3BFAFDB2802}" presName="childText" presStyleLbl="conFgAcc1" presStyleIdx="2" presStyleCnt="3">
        <dgm:presLayoutVars>
          <dgm:bulletEnabled val="1"/>
        </dgm:presLayoutVars>
      </dgm:prSet>
      <dgm:spPr/>
    </dgm:pt>
  </dgm:ptLst>
  <dgm:cxnLst>
    <dgm:cxn modelId="{C5ECE400-6F2A-4F18-8274-00842660AB51}" srcId="{DC9B2C53-575D-4168-90BF-76E52E1069CE}" destId="{8A6B6529-7E91-4A6A-BBBA-351E6C1F38B7}" srcOrd="0" destOrd="0" parTransId="{CE7FC0D5-615F-4F88-BF41-4981AEA3770E}" sibTransId="{CBE2DA43-BD71-45FA-A46D-AA044E5AB4CE}"/>
    <dgm:cxn modelId="{E13A5801-A44A-4D94-B8B3-34B91DB0115F}" srcId="{CF0248D5-9D24-4D5A-B2DD-F3BFAFDB2802}" destId="{52D31FE1-D965-4C46-BD82-2EF02D6C7274}" srcOrd="5" destOrd="0" parTransId="{B846574C-F13C-487E-A8CD-CB2188CFD66C}" sibTransId="{4742B1AB-2F44-4246-AC63-F71070BFA8AD}"/>
    <dgm:cxn modelId="{0C31E204-4D9B-4AF0-BFE8-4931E2D43ED0}" type="presOf" srcId="{93032E84-DF51-4B08-A29A-40EAFB91B7EE}" destId="{897E6E37-1C86-45B7-A448-2C210CBBCF8A}" srcOrd="0" destOrd="0" presId="urn:microsoft.com/office/officeart/2005/8/layout/list1"/>
    <dgm:cxn modelId="{A93E4D05-66CB-453D-867D-BE3EFDFFA95C}" type="presOf" srcId="{8A6B6529-7E91-4A6A-BBBA-351E6C1F38B7}" destId="{97A431EF-CF14-4C44-8FC7-62C7A7A03E5A}" srcOrd="1" destOrd="0" presId="urn:microsoft.com/office/officeart/2005/8/layout/list1"/>
    <dgm:cxn modelId="{9DB36D0C-A498-4F0D-9DA4-6B3D49414954}" type="presOf" srcId="{938B18C0-BF2F-4537-B017-B063660BD6DD}" destId="{ACF1EB81-0F49-4CE8-8455-9EFEA22C5260}" srcOrd="0" destOrd="4" presId="urn:microsoft.com/office/officeart/2005/8/layout/list1"/>
    <dgm:cxn modelId="{4BA1BC15-F6F0-4F36-A41E-36332C87B07C}" type="presOf" srcId="{ABC8A461-CD6B-4A96-B696-3F8638A57845}" destId="{ACF1EB81-0F49-4CE8-8455-9EFEA22C5260}" srcOrd="0" destOrd="2" presId="urn:microsoft.com/office/officeart/2005/8/layout/list1"/>
    <dgm:cxn modelId="{C1BBB817-75DE-48C5-AF00-32DBD0367940}" type="presOf" srcId="{B3C0443C-7C40-48F0-A057-15FAA2D76B2C}" destId="{ACF1EB81-0F49-4CE8-8455-9EFEA22C5260}" srcOrd="0" destOrd="3" presId="urn:microsoft.com/office/officeart/2005/8/layout/list1"/>
    <dgm:cxn modelId="{40EA3419-5CEF-4F61-AE9D-16CCC521BEA2}" type="presOf" srcId="{FAA0A9B4-F967-4FE3-9B11-BE52A8E52087}" destId="{D2D84C56-0050-479B-8503-3F729D7F829B}" srcOrd="1" destOrd="0" presId="urn:microsoft.com/office/officeart/2005/8/layout/list1"/>
    <dgm:cxn modelId="{04F6B51F-9E7E-4752-AC30-83C332244670}" srcId="{FAA0A9B4-F967-4FE3-9B11-BE52A8E52087}" destId="{E5AC6BA0-2712-42E8-9D5E-7273182F88F5}" srcOrd="1" destOrd="0" parTransId="{468FDFC3-28BA-4F23-829B-D5D6BAA187DC}" sibTransId="{E27BD162-B69C-4A9B-9651-AE314D472ADB}"/>
    <dgm:cxn modelId="{F6F6DA22-B19F-421E-9561-337DC7D2DF05}" type="presOf" srcId="{52D31FE1-D965-4C46-BD82-2EF02D6C7274}" destId="{ACF1EB81-0F49-4CE8-8455-9EFEA22C5260}" srcOrd="0" destOrd="5" presId="urn:microsoft.com/office/officeart/2005/8/layout/list1"/>
    <dgm:cxn modelId="{BE8FB03C-C22C-48C4-B48D-DD021B29F70C}" type="presOf" srcId="{DC9B2C53-575D-4168-90BF-76E52E1069CE}" destId="{6813DB0E-A6E7-43C0-B729-1E11DDB6B352}" srcOrd="0" destOrd="0" presId="urn:microsoft.com/office/officeart/2005/8/layout/list1"/>
    <dgm:cxn modelId="{0AFA523F-36E5-4B97-834F-68C16B816179}" srcId="{DC9B2C53-575D-4168-90BF-76E52E1069CE}" destId="{FAA0A9B4-F967-4FE3-9B11-BE52A8E52087}" srcOrd="1" destOrd="0" parTransId="{931DD1C1-01E1-4F30-B242-1A529AA87A28}" sibTransId="{3806E0F9-43B0-46D1-99EE-517FA2A642DF}"/>
    <dgm:cxn modelId="{53C72242-26AD-4E69-81B2-ABCC0E472424}" srcId="{CF0248D5-9D24-4D5A-B2DD-F3BFAFDB2802}" destId="{AA9B60F9-108B-4768-A013-3987CF7ED3C5}" srcOrd="0" destOrd="0" parTransId="{C53A0A90-9B7F-41AB-9D9A-0D94B5E5B02E}" sibTransId="{5DE6C288-08C5-424F-8FBE-BDD096FFDA86}"/>
    <dgm:cxn modelId="{51327C76-E4FF-4F48-AB7C-0B2A2D97B276}" type="presOf" srcId="{AA9B60F9-108B-4768-A013-3987CF7ED3C5}" destId="{ACF1EB81-0F49-4CE8-8455-9EFEA22C5260}" srcOrd="0" destOrd="0" presId="urn:microsoft.com/office/officeart/2005/8/layout/list1"/>
    <dgm:cxn modelId="{92F5C556-C0F1-4041-B8A4-477A886D3AB8}" type="presOf" srcId="{C08FBC8D-7FBF-427D-9AF7-F37AA0648F52}" destId="{ACF1EB81-0F49-4CE8-8455-9EFEA22C5260}" srcOrd="0" destOrd="1" presId="urn:microsoft.com/office/officeart/2005/8/layout/list1"/>
    <dgm:cxn modelId="{C4307484-092E-4067-8A56-141B5C3C0CA3}" srcId="{CF0248D5-9D24-4D5A-B2DD-F3BFAFDB2802}" destId="{ABC8A461-CD6B-4A96-B696-3F8638A57845}" srcOrd="2" destOrd="0" parTransId="{CBBD90A8-D298-47C2-92DB-F8929AD3CEC0}" sibTransId="{FD88C520-F407-479D-99ED-5C8CC752E0EA}"/>
    <dgm:cxn modelId="{28A44492-DBF8-48A8-B741-25723CECB728}" srcId="{DC9B2C53-575D-4168-90BF-76E52E1069CE}" destId="{CF0248D5-9D24-4D5A-B2DD-F3BFAFDB2802}" srcOrd="2" destOrd="0" parTransId="{38C466F9-87CC-4922-86C2-420A7CB6F420}" sibTransId="{789BB6BF-146D-4E17-9061-1D1D3A25BC26}"/>
    <dgm:cxn modelId="{2E9FFA9B-4449-425F-AC06-EDDF9F421CB9}" type="presOf" srcId="{CF0248D5-9D24-4D5A-B2DD-F3BFAFDB2802}" destId="{18A03F7B-7B6C-4BF5-A21E-B34E70017A7C}" srcOrd="0" destOrd="0" presId="urn:microsoft.com/office/officeart/2005/8/layout/list1"/>
    <dgm:cxn modelId="{A24F209F-FAC3-437E-8222-87B4780B44CC}" srcId="{CF0248D5-9D24-4D5A-B2DD-F3BFAFDB2802}" destId="{938B18C0-BF2F-4537-B017-B063660BD6DD}" srcOrd="4" destOrd="0" parTransId="{D485ACA4-6B54-4C4B-A59C-F9AF444DC45D}" sibTransId="{9ADE96F4-FC9A-420E-A4BC-475D9F292385}"/>
    <dgm:cxn modelId="{24DC85A4-CFEF-44D9-BF5B-97E017F8C73F}" srcId="{FAA0A9B4-F967-4FE3-9B11-BE52A8E52087}" destId="{D61F9477-7B81-4082-B9BE-F78768A2F58B}" srcOrd="0" destOrd="0" parTransId="{B67D11CC-793C-44AA-8102-6EA01DC089EE}" sibTransId="{9E2D1E7E-D3E2-476C-8C8E-1DDF5FE03ECC}"/>
    <dgm:cxn modelId="{94E019AA-8B24-454F-99AC-A7FA70D2BFC4}" srcId="{CF0248D5-9D24-4D5A-B2DD-F3BFAFDB2802}" destId="{B3C0443C-7C40-48F0-A057-15FAA2D76B2C}" srcOrd="3" destOrd="0" parTransId="{BDE0E920-05EF-4439-B814-BC113CFD396A}" sibTransId="{E48CA035-6869-48EE-B9E5-28EC302E6117}"/>
    <dgm:cxn modelId="{76ECA4AC-3E5D-4794-96AB-89F7983AE122}" type="presOf" srcId="{CF0248D5-9D24-4D5A-B2DD-F3BFAFDB2802}" destId="{D436E02E-1494-4DC1-9EB2-EBADEFF5730D}" srcOrd="1" destOrd="0" presId="urn:microsoft.com/office/officeart/2005/8/layout/list1"/>
    <dgm:cxn modelId="{D1AA9BB3-D203-48F3-A639-502A87F2C99C}" type="presOf" srcId="{D61F9477-7B81-4082-B9BE-F78768A2F58B}" destId="{52DAEE8F-695C-40D0-9F87-B9D275612939}" srcOrd="0" destOrd="0" presId="urn:microsoft.com/office/officeart/2005/8/layout/list1"/>
    <dgm:cxn modelId="{6A15E2BE-3199-49B3-A375-7B682A90F8E0}" srcId="{8A6B6529-7E91-4A6A-BBBA-351E6C1F38B7}" destId="{93032E84-DF51-4B08-A29A-40EAFB91B7EE}" srcOrd="0" destOrd="0" parTransId="{47462FEA-B930-4058-B271-38AF78850F2F}" sibTransId="{878FFB32-90FF-4E19-AC70-19B63D5959E5}"/>
    <dgm:cxn modelId="{23A86EC0-ED17-4AA2-AF0E-F58A631EDCFE}" type="presOf" srcId="{8A6B6529-7E91-4A6A-BBBA-351E6C1F38B7}" destId="{30F51983-37A7-4F5C-B668-B9A32146CD5C}" srcOrd="0" destOrd="0" presId="urn:microsoft.com/office/officeart/2005/8/layout/list1"/>
    <dgm:cxn modelId="{457A62C1-F5F0-4CC6-B2BA-DA0B8A8C87BC}" type="presOf" srcId="{FAA0A9B4-F967-4FE3-9B11-BE52A8E52087}" destId="{387BB278-BA91-4909-8323-31DE3C935F5A}" srcOrd="0" destOrd="0" presId="urn:microsoft.com/office/officeart/2005/8/layout/list1"/>
    <dgm:cxn modelId="{228CC4C3-81DC-4F82-86FB-7EDADDC0BCF0}" srcId="{CF0248D5-9D24-4D5A-B2DD-F3BFAFDB2802}" destId="{C08FBC8D-7FBF-427D-9AF7-F37AA0648F52}" srcOrd="1" destOrd="0" parTransId="{7A5A53D4-68A4-4B14-B079-5B668B4017A9}" sibTransId="{4DEBEE0A-1ED2-4717-84CB-22F23C56A291}"/>
    <dgm:cxn modelId="{03121CDF-6024-47DC-9040-F9BE77394E65}" type="presOf" srcId="{E5AC6BA0-2712-42E8-9D5E-7273182F88F5}" destId="{52DAEE8F-695C-40D0-9F87-B9D275612939}" srcOrd="0" destOrd="1" presId="urn:microsoft.com/office/officeart/2005/8/layout/list1"/>
    <dgm:cxn modelId="{1A123D2F-C617-4E2B-B648-40B142FBA307}" type="presParOf" srcId="{6813DB0E-A6E7-43C0-B729-1E11DDB6B352}" destId="{6EBB9052-C797-45FF-8C3C-DEA9B7B50FE0}" srcOrd="0" destOrd="0" presId="urn:microsoft.com/office/officeart/2005/8/layout/list1"/>
    <dgm:cxn modelId="{325105FA-63D2-404D-A2D3-C0E1AC8096AC}" type="presParOf" srcId="{6EBB9052-C797-45FF-8C3C-DEA9B7B50FE0}" destId="{30F51983-37A7-4F5C-B668-B9A32146CD5C}" srcOrd="0" destOrd="0" presId="urn:microsoft.com/office/officeart/2005/8/layout/list1"/>
    <dgm:cxn modelId="{D01E5A19-D80C-4356-AC80-5B3E7B73007F}" type="presParOf" srcId="{6EBB9052-C797-45FF-8C3C-DEA9B7B50FE0}" destId="{97A431EF-CF14-4C44-8FC7-62C7A7A03E5A}" srcOrd="1" destOrd="0" presId="urn:microsoft.com/office/officeart/2005/8/layout/list1"/>
    <dgm:cxn modelId="{A34C963F-E7E4-4A48-90FD-EB6A0F428070}" type="presParOf" srcId="{6813DB0E-A6E7-43C0-B729-1E11DDB6B352}" destId="{92078DA1-6E69-4D62-9422-F713C871F529}" srcOrd="1" destOrd="0" presId="urn:microsoft.com/office/officeart/2005/8/layout/list1"/>
    <dgm:cxn modelId="{94F94928-DADC-400A-BD5A-99E85CBC0F59}" type="presParOf" srcId="{6813DB0E-A6E7-43C0-B729-1E11DDB6B352}" destId="{897E6E37-1C86-45B7-A448-2C210CBBCF8A}" srcOrd="2" destOrd="0" presId="urn:microsoft.com/office/officeart/2005/8/layout/list1"/>
    <dgm:cxn modelId="{579CF5D2-40B4-4BE2-8ADD-858C273128B3}" type="presParOf" srcId="{6813DB0E-A6E7-43C0-B729-1E11DDB6B352}" destId="{E755C366-3A2D-441B-B87E-68D972995557}" srcOrd="3" destOrd="0" presId="urn:microsoft.com/office/officeart/2005/8/layout/list1"/>
    <dgm:cxn modelId="{50F569C7-ED09-4BA9-BDE6-730652CC0E80}" type="presParOf" srcId="{6813DB0E-A6E7-43C0-B729-1E11DDB6B352}" destId="{F02160E6-4F9C-4140-8D17-EC5FA16D3572}" srcOrd="4" destOrd="0" presId="urn:microsoft.com/office/officeart/2005/8/layout/list1"/>
    <dgm:cxn modelId="{90B3D238-0B17-497B-B4B2-CC953F6B9D31}" type="presParOf" srcId="{F02160E6-4F9C-4140-8D17-EC5FA16D3572}" destId="{387BB278-BA91-4909-8323-31DE3C935F5A}" srcOrd="0" destOrd="0" presId="urn:microsoft.com/office/officeart/2005/8/layout/list1"/>
    <dgm:cxn modelId="{D3C0CAF3-DB90-4519-AF18-63E67B14B5CE}" type="presParOf" srcId="{F02160E6-4F9C-4140-8D17-EC5FA16D3572}" destId="{D2D84C56-0050-479B-8503-3F729D7F829B}" srcOrd="1" destOrd="0" presId="urn:microsoft.com/office/officeart/2005/8/layout/list1"/>
    <dgm:cxn modelId="{81522B83-7E9C-42D0-8FBC-3D32381928F8}" type="presParOf" srcId="{6813DB0E-A6E7-43C0-B729-1E11DDB6B352}" destId="{D03F0709-49A3-4E37-9D47-7B3FB09318A5}" srcOrd="5" destOrd="0" presId="urn:microsoft.com/office/officeart/2005/8/layout/list1"/>
    <dgm:cxn modelId="{A3203030-16C9-4068-9F04-5954002B0BC0}" type="presParOf" srcId="{6813DB0E-A6E7-43C0-B729-1E11DDB6B352}" destId="{52DAEE8F-695C-40D0-9F87-B9D275612939}" srcOrd="6" destOrd="0" presId="urn:microsoft.com/office/officeart/2005/8/layout/list1"/>
    <dgm:cxn modelId="{57EB973B-AA03-4738-8D0E-469304718A32}" type="presParOf" srcId="{6813DB0E-A6E7-43C0-B729-1E11DDB6B352}" destId="{8E46FEC6-88B9-42F7-BF50-0119EC898D6D}" srcOrd="7" destOrd="0" presId="urn:microsoft.com/office/officeart/2005/8/layout/list1"/>
    <dgm:cxn modelId="{0BAA3958-1F4F-4487-BA18-D4E735EDE612}" type="presParOf" srcId="{6813DB0E-A6E7-43C0-B729-1E11DDB6B352}" destId="{77DD8975-B104-4C30-B47A-F37ADFD2A484}" srcOrd="8" destOrd="0" presId="urn:microsoft.com/office/officeart/2005/8/layout/list1"/>
    <dgm:cxn modelId="{FF49DD14-F03E-4970-8633-71E8ABDF8AA5}" type="presParOf" srcId="{77DD8975-B104-4C30-B47A-F37ADFD2A484}" destId="{18A03F7B-7B6C-4BF5-A21E-B34E70017A7C}" srcOrd="0" destOrd="0" presId="urn:microsoft.com/office/officeart/2005/8/layout/list1"/>
    <dgm:cxn modelId="{76110A22-0FDE-44B4-BD91-BEC48291D1CD}" type="presParOf" srcId="{77DD8975-B104-4C30-B47A-F37ADFD2A484}" destId="{D436E02E-1494-4DC1-9EB2-EBADEFF5730D}" srcOrd="1" destOrd="0" presId="urn:microsoft.com/office/officeart/2005/8/layout/list1"/>
    <dgm:cxn modelId="{08F37A38-401C-461B-B11A-A414362B2225}" type="presParOf" srcId="{6813DB0E-A6E7-43C0-B729-1E11DDB6B352}" destId="{4892582B-7DDC-489F-872E-BFFE20C4684D}" srcOrd="9" destOrd="0" presId="urn:microsoft.com/office/officeart/2005/8/layout/list1"/>
    <dgm:cxn modelId="{8F57335C-4F75-4C90-B8CE-AD65FDCEEB39}" type="presParOf" srcId="{6813DB0E-A6E7-43C0-B729-1E11DDB6B352}" destId="{ACF1EB81-0F49-4CE8-8455-9EFEA22C526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E6E37-1C86-45B7-A448-2C210CBBCF8A}">
      <dsp:nvSpPr>
        <dsp:cNvPr id="0" name=""/>
        <dsp:cNvSpPr/>
      </dsp:nvSpPr>
      <dsp:spPr>
        <a:xfrm>
          <a:off x="0" y="370537"/>
          <a:ext cx="8208912" cy="73237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7103" tIns="312420" rIns="637103" bIns="106680" numCol="1" spcCol="1270" anchor="t" anchorCtr="0">
          <a:noAutofit/>
        </a:bodyPr>
        <a:lstStyle/>
        <a:p>
          <a:pPr marL="114300" lvl="1" indent="-114300" algn="l" defTabSz="666750">
            <a:lnSpc>
              <a:spcPct val="90000"/>
            </a:lnSpc>
            <a:spcBef>
              <a:spcPct val="0"/>
            </a:spcBef>
            <a:spcAft>
              <a:spcPct val="15000"/>
            </a:spcAft>
            <a:buChar char="•"/>
          </a:pPr>
          <a:r>
            <a:rPr lang="ko-KR" sz="1500" kern="1200"/>
            <a:t>컴퓨터 하드웨어와 응용 프로그램 간의 인터페이스를 제공하는 소프트웨어</a:t>
          </a:r>
          <a:endParaRPr lang="en-US" sz="1500" kern="1200"/>
        </a:p>
      </dsp:txBody>
      <dsp:txXfrm>
        <a:off x="0" y="370537"/>
        <a:ext cx="8208912" cy="732375"/>
      </dsp:txXfrm>
    </dsp:sp>
    <dsp:sp modelId="{97A431EF-CF14-4C44-8FC7-62C7A7A03E5A}">
      <dsp:nvSpPr>
        <dsp:cNvPr id="0" name=""/>
        <dsp:cNvSpPr/>
      </dsp:nvSpPr>
      <dsp:spPr>
        <a:xfrm>
          <a:off x="410445" y="149137"/>
          <a:ext cx="5746238" cy="442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194" tIns="0" rIns="217194" bIns="0" numCol="1" spcCol="1270" anchor="ctr" anchorCtr="0">
          <a:noAutofit/>
        </a:bodyPr>
        <a:lstStyle/>
        <a:p>
          <a:pPr marL="0" lvl="0" indent="0" algn="l" defTabSz="666750">
            <a:lnSpc>
              <a:spcPct val="90000"/>
            </a:lnSpc>
            <a:spcBef>
              <a:spcPct val="0"/>
            </a:spcBef>
            <a:spcAft>
              <a:spcPct val="35000"/>
            </a:spcAft>
            <a:buNone/>
          </a:pPr>
          <a:r>
            <a:rPr lang="ko-KR" sz="1500" b="1" kern="1200"/>
            <a:t>운영체제</a:t>
          </a:r>
          <a:r>
            <a:rPr lang="en-US" sz="1500" b="1" kern="1200"/>
            <a:t>(OS)</a:t>
          </a:r>
          <a:endParaRPr lang="en-US" sz="1500" kern="1200"/>
        </a:p>
      </dsp:txBody>
      <dsp:txXfrm>
        <a:off x="432061" y="170753"/>
        <a:ext cx="5703006" cy="399568"/>
      </dsp:txXfrm>
    </dsp:sp>
    <dsp:sp modelId="{52DAEE8F-695C-40D0-9F87-B9D275612939}">
      <dsp:nvSpPr>
        <dsp:cNvPr id="0" name=""/>
        <dsp:cNvSpPr/>
      </dsp:nvSpPr>
      <dsp:spPr>
        <a:xfrm>
          <a:off x="0" y="1405312"/>
          <a:ext cx="8208912" cy="108675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7103" tIns="312420" rIns="637103" bIns="106680" numCol="1" spcCol="1270" anchor="t" anchorCtr="0">
          <a:noAutofit/>
        </a:bodyPr>
        <a:lstStyle/>
        <a:p>
          <a:pPr marL="114300" lvl="1" indent="-114300" algn="l" defTabSz="666750">
            <a:lnSpc>
              <a:spcPct val="90000"/>
            </a:lnSpc>
            <a:spcBef>
              <a:spcPct val="0"/>
            </a:spcBef>
            <a:spcAft>
              <a:spcPct val="15000"/>
            </a:spcAft>
            <a:buChar char="•"/>
          </a:pPr>
          <a:r>
            <a:rPr lang="ko-KR" sz="1500" kern="1200"/>
            <a:t>사용자에게 편리한 컴퓨터 사용 환경 제공</a:t>
          </a:r>
          <a:endParaRPr lang="en-US" sz="1500" kern="1200"/>
        </a:p>
        <a:p>
          <a:pPr marL="114300" lvl="1" indent="-114300" algn="l" defTabSz="666750">
            <a:lnSpc>
              <a:spcPct val="90000"/>
            </a:lnSpc>
            <a:spcBef>
              <a:spcPct val="0"/>
            </a:spcBef>
            <a:spcAft>
              <a:spcPct val="15000"/>
            </a:spcAft>
            <a:buChar char="•"/>
          </a:pPr>
          <a:r>
            <a:rPr lang="en-US" sz="1500" kern="1200"/>
            <a:t>CPU, </a:t>
          </a:r>
          <a:r>
            <a:rPr lang="ko-KR" sz="1500" kern="1200"/>
            <a:t>메모리 등 시스템 자원의 효율적 관리</a:t>
          </a:r>
          <a:endParaRPr lang="en-US" sz="1500" kern="1200"/>
        </a:p>
      </dsp:txBody>
      <dsp:txXfrm>
        <a:off x="0" y="1405312"/>
        <a:ext cx="8208912" cy="1086750"/>
      </dsp:txXfrm>
    </dsp:sp>
    <dsp:sp modelId="{D2D84C56-0050-479B-8503-3F729D7F829B}">
      <dsp:nvSpPr>
        <dsp:cNvPr id="0" name=""/>
        <dsp:cNvSpPr/>
      </dsp:nvSpPr>
      <dsp:spPr>
        <a:xfrm>
          <a:off x="410445" y="1183912"/>
          <a:ext cx="5746238" cy="442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194" tIns="0" rIns="217194" bIns="0" numCol="1" spcCol="1270" anchor="ctr" anchorCtr="0">
          <a:noAutofit/>
        </a:bodyPr>
        <a:lstStyle/>
        <a:p>
          <a:pPr marL="0" lvl="0" indent="0" algn="l" defTabSz="666750">
            <a:lnSpc>
              <a:spcPct val="90000"/>
            </a:lnSpc>
            <a:spcBef>
              <a:spcPct val="0"/>
            </a:spcBef>
            <a:spcAft>
              <a:spcPct val="35000"/>
            </a:spcAft>
            <a:buNone/>
          </a:pPr>
          <a:r>
            <a:rPr lang="ko-KR" sz="1500" b="1" kern="1200"/>
            <a:t>운영체제의 주요 목적</a:t>
          </a:r>
          <a:r>
            <a:rPr lang="en-US" sz="1500" b="1" kern="1200"/>
            <a:t>(</a:t>
          </a:r>
          <a:r>
            <a:rPr lang="ko-KR" sz="1500" b="1" kern="1200"/>
            <a:t>역할</a:t>
          </a:r>
          <a:r>
            <a:rPr lang="en-US" sz="1500" b="1" kern="1200"/>
            <a:t>)</a:t>
          </a:r>
          <a:endParaRPr lang="en-US" sz="1500" kern="1200"/>
        </a:p>
      </dsp:txBody>
      <dsp:txXfrm>
        <a:off x="432061" y="1205528"/>
        <a:ext cx="5703006" cy="399568"/>
      </dsp:txXfrm>
    </dsp:sp>
    <dsp:sp modelId="{ACF1EB81-0F49-4CE8-8455-9EFEA22C5260}">
      <dsp:nvSpPr>
        <dsp:cNvPr id="0" name=""/>
        <dsp:cNvSpPr/>
      </dsp:nvSpPr>
      <dsp:spPr>
        <a:xfrm>
          <a:off x="0" y="2794462"/>
          <a:ext cx="8208912" cy="2457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7103" tIns="312420" rIns="637103" bIns="106680" numCol="1" spcCol="1270" anchor="t" anchorCtr="0">
          <a:noAutofit/>
        </a:bodyPr>
        <a:lstStyle/>
        <a:p>
          <a:pPr marL="114300" lvl="1" indent="-114300" algn="l" defTabSz="666750">
            <a:lnSpc>
              <a:spcPct val="90000"/>
            </a:lnSpc>
            <a:spcBef>
              <a:spcPct val="0"/>
            </a:spcBef>
            <a:spcAft>
              <a:spcPct val="15000"/>
            </a:spcAft>
            <a:buChar char="•"/>
          </a:pPr>
          <a:r>
            <a:rPr lang="ko-KR" sz="1500" kern="1200"/>
            <a:t>프로세스 관리</a:t>
          </a:r>
          <a:r>
            <a:rPr lang="en-US" sz="1500" kern="1200"/>
            <a:t>: </a:t>
          </a:r>
          <a:r>
            <a:rPr lang="ko-KR" sz="1500" kern="1200"/>
            <a:t>프로세스 생성</a:t>
          </a:r>
          <a:r>
            <a:rPr lang="en-US" sz="1500" kern="1200"/>
            <a:t>, </a:t>
          </a:r>
          <a:r>
            <a:rPr lang="ko-KR" sz="1500" kern="1200"/>
            <a:t>스케줄링</a:t>
          </a:r>
          <a:r>
            <a:rPr lang="en-US" sz="1500" kern="1200"/>
            <a:t>, CPU </a:t>
          </a:r>
          <a:r>
            <a:rPr lang="ko-KR" sz="1500" kern="1200"/>
            <a:t>시간 분배</a:t>
          </a:r>
          <a:r>
            <a:rPr lang="en-US" sz="1500" kern="1200"/>
            <a:t> </a:t>
          </a:r>
          <a:r>
            <a:rPr lang="ko-KR" sz="1500" kern="1200"/>
            <a:t>등</a:t>
          </a:r>
          <a:endParaRPr lang="en-US" sz="1500" kern="1200"/>
        </a:p>
        <a:p>
          <a:pPr marL="114300" lvl="1" indent="-114300" algn="l" defTabSz="666750">
            <a:lnSpc>
              <a:spcPct val="90000"/>
            </a:lnSpc>
            <a:spcBef>
              <a:spcPct val="0"/>
            </a:spcBef>
            <a:spcAft>
              <a:spcPct val="15000"/>
            </a:spcAft>
            <a:buChar char="•"/>
          </a:pPr>
          <a:r>
            <a:rPr lang="ko-KR" sz="1500" kern="1200"/>
            <a:t>메모리 관리</a:t>
          </a:r>
          <a:r>
            <a:rPr lang="en-US" sz="1500" kern="1200"/>
            <a:t>: </a:t>
          </a:r>
          <a:r>
            <a:rPr lang="ko-KR" sz="1500" kern="1200"/>
            <a:t>메모리 할당</a:t>
          </a:r>
          <a:r>
            <a:rPr lang="en-US" sz="1500" kern="1200"/>
            <a:t>, </a:t>
          </a:r>
          <a:r>
            <a:rPr lang="ko-KR" sz="1500" kern="1200"/>
            <a:t>해제</a:t>
          </a:r>
          <a:r>
            <a:rPr lang="en-US" sz="1500" kern="1200"/>
            <a:t>, </a:t>
          </a:r>
          <a:r>
            <a:rPr lang="ko-KR" sz="1500" kern="1200"/>
            <a:t>가상 메모리</a:t>
          </a:r>
          <a:r>
            <a:rPr lang="en-US" sz="1500" kern="1200"/>
            <a:t>, </a:t>
          </a:r>
          <a:r>
            <a:rPr lang="ko-KR" sz="1500" kern="1200"/>
            <a:t>페이지 교체</a:t>
          </a:r>
          <a:r>
            <a:rPr lang="en-US" sz="1500" kern="1200"/>
            <a:t> </a:t>
          </a:r>
          <a:r>
            <a:rPr lang="ko-KR" sz="1500" kern="1200"/>
            <a:t>등</a:t>
          </a:r>
          <a:endParaRPr lang="en-US" sz="1500" kern="1200"/>
        </a:p>
        <a:p>
          <a:pPr marL="114300" lvl="1" indent="-114300" algn="l" defTabSz="666750">
            <a:lnSpc>
              <a:spcPct val="90000"/>
            </a:lnSpc>
            <a:spcBef>
              <a:spcPct val="0"/>
            </a:spcBef>
            <a:spcAft>
              <a:spcPct val="15000"/>
            </a:spcAft>
            <a:buChar char="•"/>
          </a:pPr>
          <a:r>
            <a:rPr lang="ko-KR" sz="1500" kern="1200"/>
            <a:t>파일 시스템 관리</a:t>
          </a:r>
          <a:r>
            <a:rPr lang="en-US" sz="1500" kern="1200"/>
            <a:t>: </a:t>
          </a:r>
          <a:r>
            <a:rPr lang="ko-KR" sz="1500" kern="1200"/>
            <a:t>파일 생성</a:t>
          </a:r>
          <a:r>
            <a:rPr lang="en-US" sz="1500" kern="1200"/>
            <a:t>, </a:t>
          </a:r>
          <a:r>
            <a:rPr lang="ko-KR" sz="1500" kern="1200"/>
            <a:t>읽기</a:t>
          </a:r>
          <a:r>
            <a:rPr lang="en-US" sz="1500" kern="1200"/>
            <a:t>, </a:t>
          </a:r>
          <a:r>
            <a:rPr lang="ko-KR" sz="1500" kern="1200"/>
            <a:t>쓰기</a:t>
          </a:r>
          <a:r>
            <a:rPr lang="en-US" sz="1500" kern="1200"/>
            <a:t>, </a:t>
          </a:r>
          <a:r>
            <a:rPr lang="ko-KR" sz="1500" kern="1200"/>
            <a:t>삭제</a:t>
          </a:r>
          <a:r>
            <a:rPr lang="en-US" sz="1500" kern="1200"/>
            <a:t> </a:t>
          </a:r>
          <a:r>
            <a:rPr lang="ko-KR" sz="1500" kern="1200"/>
            <a:t>등</a:t>
          </a:r>
          <a:endParaRPr lang="en-US" sz="1500" kern="1200"/>
        </a:p>
        <a:p>
          <a:pPr marL="114300" lvl="1" indent="-114300" algn="l" defTabSz="666750">
            <a:lnSpc>
              <a:spcPct val="90000"/>
            </a:lnSpc>
            <a:spcBef>
              <a:spcPct val="0"/>
            </a:spcBef>
            <a:spcAft>
              <a:spcPct val="15000"/>
            </a:spcAft>
            <a:buChar char="•"/>
          </a:pPr>
          <a:r>
            <a:rPr lang="ko-KR" sz="1500" kern="1200"/>
            <a:t>입출력 관리</a:t>
          </a:r>
          <a:r>
            <a:rPr lang="en-US" sz="1500" kern="1200"/>
            <a:t>: </a:t>
          </a:r>
          <a:r>
            <a:rPr lang="ko-KR" sz="1500" kern="1200"/>
            <a:t>장치와 데이터 간의 상호작용</a:t>
          </a:r>
          <a:endParaRPr lang="en-US" sz="1500" kern="1200"/>
        </a:p>
        <a:p>
          <a:pPr marL="114300" lvl="1" indent="-114300" algn="l" defTabSz="666750">
            <a:lnSpc>
              <a:spcPct val="90000"/>
            </a:lnSpc>
            <a:spcBef>
              <a:spcPct val="0"/>
            </a:spcBef>
            <a:spcAft>
              <a:spcPct val="15000"/>
            </a:spcAft>
            <a:buChar char="•"/>
          </a:pPr>
          <a:r>
            <a:rPr lang="ko-KR" sz="1500" kern="1200"/>
            <a:t>자원 관리 및 보호</a:t>
          </a:r>
          <a:r>
            <a:rPr lang="en-US" sz="1500" kern="1200"/>
            <a:t>: </a:t>
          </a:r>
          <a:r>
            <a:rPr lang="ko-KR" sz="1500" kern="1200"/>
            <a:t>시스템 자원의 충돌 방지 및 보안 등</a:t>
          </a:r>
          <a:endParaRPr lang="en-US" sz="1500" kern="1200"/>
        </a:p>
        <a:p>
          <a:pPr marL="114300" lvl="1" indent="-114300" algn="l" defTabSz="666750">
            <a:lnSpc>
              <a:spcPct val="90000"/>
            </a:lnSpc>
            <a:spcBef>
              <a:spcPct val="0"/>
            </a:spcBef>
            <a:spcAft>
              <a:spcPct val="15000"/>
            </a:spcAft>
            <a:buChar char="•"/>
          </a:pPr>
          <a:r>
            <a:rPr lang="ko-KR" sz="1500" kern="1200"/>
            <a:t>사용자 인터페이스 제공</a:t>
          </a:r>
          <a:r>
            <a:rPr lang="en-US" sz="1500" kern="1200"/>
            <a:t>: GUI </a:t>
          </a:r>
          <a:r>
            <a:rPr lang="ko-KR" sz="1500" kern="1200"/>
            <a:t>또는 명령형 인터페이스 제공</a:t>
          </a:r>
          <a:endParaRPr lang="en-US" sz="1500" kern="1200"/>
        </a:p>
      </dsp:txBody>
      <dsp:txXfrm>
        <a:off x="0" y="2794462"/>
        <a:ext cx="8208912" cy="2457000"/>
      </dsp:txXfrm>
    </dsp:sp>
    <dsp:sp modelId="{D436E02E-1494-4DC1-9EB2-EBADEFF5730D}">
      <dsp:nvSpPr>
        <dsp:cNvPr id="0" name=""/>
        <dsp:cNvSpPr/>
      </dsp:nvSpPr>
      <dsp:spPr>
        <a:xfrm>
          <a:off x="410445" y="2573062"/>
          <a:ext cx="5746238" cy="442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194" tIns="0" rIns="217194" bIns="0" numCol="1" spcCol="1270" anchor="ctr" anchorCtr="0">
          <a:noAutofit/>
        </a:bodyPr>
        <a:lstStyle/>
        <a:p>
          <a:pPr marL="0" lvl="0" indent="0" algn="l" defTabSz="666750">
            <a:lnSpc>
              <a:spcPct val="90000"/>
            </a:lnSpc>
            <a:spcBef>
              <a:spcPct val="0"/>
            </a:spcBef>
            <a:spcAft>
              <a:spcPct val="35000"/>
            </a:spcAft>
            <a:buNone/>
          </a:pPr>
          <a:r>
            <a:rPr lang="ko-KR" sz="1500" b="1" kern="1200"/>
            <a:t>운영체제의 주요 기능</a:t>
          </a:r>
          <a:endParaRPr lang="en-US" sz="1500" kern="1200"/>
        </a:p>
      </dsp:txBody>
      <dsp:txXfrm>
        <a:off x="432061" y="2594678"/>
        <a:ext cx="5703006"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7200"/>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a:lstStyle>
            <a:lvl1pPr algn="r">
              <a:defRPr sz="1200"/>
            </a:lvl1pPr>
          </a:lstStyle>
          <a:p>
            <a:pPr lvl="0">
              <a:defRPr/>
            </a:pPr>
            <a:fld id="{36C39FFA-0F1A-413B-9BFE-941741C2D487}" type="datetime1">
              <a:rPr lang="ko-KR" altLang="en-US"/>
              <a:pPr lvl="0">
                <a:defRPr/>
              </a:pPr>
              <a:t>2026-03-05</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9E4E8097-7531-4C06-8889-FE1FF848364C}"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7200"/>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a:lstStyle>
            <a:lvl1pPr algn="r">
              <a:defRPr sz="1200"/>
            </a:lvl1pPr>
          </a:lstStyle>
          <a:p>
            <a:pPr lvl="0">
              <a:defRPr/>
            </a:pPr>
            <a:fld id="{1F54C1B5-EB92-45E6-AFCD-6AAB73579DF8}" type="datetime1">
              <a:rPr lang="ko-KR" altLang="en-US"/>
              <a:pPr lvl="0">
                <a:defRPr/>
              </a:pPr>
              <a:t>2026-03-05</a:t>
            </a:fld>
            <a:endParaRPr lang="ko-KR" altLang="en-US"/>
          </a:p>
        </p:txBody>
      </p:sp>
      <p:sp>
        <p:nvSpPr>
          <p:cNvPr id="4" name="슬라이드 이미지 개체 틀 3"/>
          <p:cNvSpPr>
            <a:spLocks noGrp="1" noRot="1" noChangeAspect="1" noTextEdi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5C1137B9-5383-4519-A69D-AA54E0B9CE3B}"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800" b="0" i="0" u="none" strike="noStrike" baseline="0" dirty="0">
                <a:latin typeface="ITCGaramondStd-Lt"/>
              </a:rPr>
              <a:t>https</a:t>
            </a:r>
            <a:r>
              <a:rPr lang="en-US" altLang="ko-KR" sz="1800" b="0" i="0" u="none" strike="noStrike" baseline="0" dirty="0">
                <a:latin typeface="YDVYMjOStd12"/>
              </a:rPr>
              <a:t>://</a:t>
            </a:r>
            <a:r>
              <a:rPr lang="en-US" altLang="ko-KR" sz="1800" b="0" i="0" u="none" strike="noStrike" baseline="0" dirty="0">
                <a:latin typeface="ITCGaramondStd-Lt"/>
              </a:rPr>
              <a:t>github</a:t>
            </a:r>
            <a:r>
              <a:rPr lang="en-US" altLang="ko-KR" sz="1800" b="0" i="0" u="none" strike="noStrike" baseline="0" dirty="0">
                <a:latin typeface="YDVYMjOStd12"/>
              </a:rPr>
              <a:t>.</a:t>
            </a:r>
            <a:r>
              <a:rPr lang="en-US" altLang="ko-KR" sz="1800" b="0" i="0" u="none" strike="noStrike" baseline="0" dirty="0">
                <a:latin typeface="ITCGaramondStd-Lt"/>
              </a:rPr>
              <a:t>com</a:t>
            </a:r>
            <a:r>
              <a:rPr lang="en-US" altLang="ko-KR" sz="1800" b="0" i="0" u="none" strike="noStrike" baseline="0" dirty="0">
                <a:latin typeface="YDVYMjOStd12"/>
              </a:rPr>
              <a:t>/</a:t>
            </a:r>
            <a:r>
              <a:rPr lang="en-US" altLang="ko-KR" sz="1800" b="0" i="0" u="none" strike="noStrike" baseline="0" dirty="0">
                <a:latin typeface="ITCGaramondStd-Lt"/>
              </a:rPr>
              <a:t>FabioLolix</a:t>
            </a:r>
            <a:r>
              <a:rPr lang="en-US" altLang="ko-KR" sz="1800" b="0" i="0" u="none" strike="noStrike" baseline="0" dirty="0">
                <a:latin typeface="YDVYMjOStd12"/>
              </a:rPr>
              <a:t>/</a:t>
            </a:r>
            <a:r>
              <a:rPr lang="en-US" altLang="ko-KR" sz="1800" b="0" i="0" u="none" strike="noStrike" baseline="0" dirty="0">
                <a:latin typeface="ITCGaramondStd-Lt"/>
              </a:rPr>
              <a:t>LinuxTimeline</a:t>
            </a:r>
            <a:endParaRPr lang="ko-KR" altLang="en-US" dirty="0"/>
          </a:p>
        </p:txBody>
      </p:sp>
      <p:sp>
        <p:nvSpPr>
          <p:cNvPr id="4" name="슬라이드 번호 개체 틀 3"/>
          <p:cNvSpPr>
            <a:spLocks noGrp="1"/>
          </p:cNvSpPr>
          <p:nvPr>
            <p:ph type="sldNum" sz="quarter" idx="5"/>
          </p:nvPr>
        </p:nvSpPr>
        <p:spPr/>
        <p:txBody>
          <a:bodyPr/>
          <a:lstStyle/>
          <a:p>
            <a:fld id="{5C1137B9-5383-4519-A69D-AA54E0B9CE3B}" type="slidenum">
              <a:rPr lang="ko-KR" altLang="en-US" smtClean="0"/>
              <a:pPr/>
              <a:t>31</a:t>
            </a:fld>
            <a:endParaRPr lang="ko-KR" altLang="en-US" dirty="0"/>
          </a:p>
        </p:txBody>
      </p:sp>
    </p:spTree>
    <p:extLst>
      <p:ext uri="{BB962C8B-B14F-4D97-AF65-F5344CB8AC3E}">
        <p14:creationId xmlns:p14="http://schemas.microsoft.com/office/powerpoint/2010/main" val="1836213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C1137B9-5383-4519-A69D-AA54E0B9CE3B}" type="slidenum">
              <a:rPr lang="ko-KR" altLang="en-US" smtClean="0"/>
              <a:pPr/>
              <a:t>35</a:t>
            </a:fld>
            <a:endParaRPr lang="ko-KR" altLang="en-US" dirty="0"/>
          </a:p>
        </p:txBody>
      </p:sp>
    </p:spTree>
    <p:extLst>
      <p:ext uri="{BB962C8B-B14F-4D97-AF65-F5344CB8AC3E}">
        <p14:creationId xmlns:p14="http://schemas.microsoft.com/office/powerpoint/2010/main" val="4135317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16AA-305E-F994-13CE-A1DD10C056E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8F49E80-005B-3060-B4E4-6106B404A03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770BE67-456E-0B22-484C-B3E86F8395F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86FD84F-D496-C0C2-AC5A-363F4B881EB9}"/>
              </a:ext>
            </a:extLst>
          </p:cNvPr>
          <p:cNvSpPr>
            <a:spLocks noGrp="1"/>
          </p:cNvSpPr>
          <p:nvPr>
            <p:ph type="sldNum" sz="quarter" idx="5"/>
          </p:nvPr>
        </p:nvSpPr>
        <p:spPr/>
        <p:txBody>
          <a:bodyPr/>
          <a:lstStyle/>
          <a:p>
            <a:fld id="{5C1137B9-5383-4519-A69D-AA54E0B9CE3B}" type="slidenum">
              <a:rPr lang="ko-KR" altLang="en-US" smtClean="0"/>
              <a:pPr/>
              <a:t>36</a:t>
            </a:fld>
            <a:endParaRPr lang="ko-KR" altLang="en-US" dirty="0"/>
          </a:p>
        </p:txBody>
      </p:sp>
    </p:spTree>
    <p:extLst>
      <p:ext uri="{BB962C8B-B14F-4D97-AF65-F5344CB8AC3E}">
        <p14:creationId xmlns:p14="http://schemas.microsoft.com/office/powerpoint/2010/main" val="3273737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1.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2.png"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3.jpe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제목 슬라이드1">
    <p:spTree>
      <p:nvGrpSpPr>
        <p:cNvPr id="1" name=""/>
        <p:cNvGrpSpPr/>
        <p:nvPr/>
      </p:nvGrpSpPr>
      <p:grpSpPr>
        <a:xfrm>
          <a:off x="0" y="0"/>
          <a:ext cx="0" cy="0"/>
          <a:chOff x="0" y="0"/>
          <a:chExt cx="0" cy="0"/>
        </a:xfrm>
      </p:grpSpPr>
      <p:sp>
        <p:nvSpPr>
          <p:cNvPr id="22" name="직사각형 21">
            <a:extLst>
              <a:ext uri="{FF2B5EF4-FFF2-40B4-BE49-F238E27FC236}">
                <a16:creationId xmlns:a16="http://schemas.microsoft.com/office/drawing/2014/main" id="{395B3EED-C9C2-C14F-AC8E-48F379986C93}"/>
              </a:ext>
            </a:extLst>
          </p:cNvPr>
          <p:cNvSpPr/>
          <p:nvPr userDrawn="1"/>
        </p:nvSpPr>
        <p:spPr>
          <a:xfrm>
            <a:off x="4572000" y="588437"/>
            <a:ext cx="864096" cy="10425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4" name="그림 23" descr="일러스트레이션, 만화 영화이(가) 표시된 사진&#10;&#10;중간 신뢰도로 자동 생성된 설명">
            <a:extLst>
              <a:ext uri="{FF2B5EF4-FFF2-40B4-BE49-F238E27FC236}">
                <a16:creationId xmlns:a16="http://schemas.microsoft.com/office/drawing/2014/main" id="{23DC2B41-5FD5-5291-3203-0D16DD1777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1745" y="494146"/>
            <a:ext cx="3701975" cy="3582926"/>
          </a:xfrm>
          <a:prstGeom prst="rect">
            <a:avLst/>
          </a:prstGeom>
        </p:spPr>
      </p:pic>
    </p:spTree>
    <p:extLst>
      <p:ext uri="{BB962C8B-B14F-4D97-AF65-F5344CB8AC3E}">
        <p14:creationId xmlns:p14="http://schemas.microsoft.com/office/powerpoint/2010/main" val="269381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목차">
    <p:spTree>
      <p:nvGrpSpPr>
        <p:cNvPr id="1" name=""/>
        <p:cNvGrpSpPr/>
        <p:nvPr/>
      </p:nvGrpSpPr>
      <p:grpSpPr>
        <a:xfrm>
          <a:off x="0" y="0"/>
          <a:ext cx="0" cy="0"/>
          <a:chOff x="0" y="0"/>
          <a:chExt cx="0" cy="0"/>
        </a:xfrm>
      </p:grpSpPr>
      <p:sp>
        <p:nvSpPr>
          <p:cNvPr id="7" name="텍스트 개체 틀 6"/>
          <p:cNvSpPr>
            <a:spLocks noGrp="1"/>
          </p:cNvSpPr>
          <p:nvPr>
            <p:ph type="body" sz="quarter" idx="13"/>
          </p:nvPr>
        </p:nvSpPr>
        <p:spPr>
          <a:xfrm>
            <a:off x="755576" y="1851323"/>
            <a:ext cx="7615014" cy="4104456"/>
          </a:xfrm>
        </p:spPr>
        <p:txBody>
          <a:bodyPr/>
          <a:lstStyle>
            <a:lvl1pPr marL="457200" indent="-457200">
              <a:lnSpc>
                <a:spcPct val="150000"/>
              </a:lnSpc>
              <a:buFont typeface="+mj-lt"/>
              <a:buAutoNum type="arabicPeriod"/>
              <a:defRPr sz="20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endParaRPr lang="ko-KR" altLang="en-US" dirty="0"/>
          </a:p>
        </p:txBody>
      </p:sp>
      <p:sp>
        <p:nvSpPr>
          <p:cNvPr id="11" name="모서리가 둥근 직사각형 8"/>
          <p:cNvSpPr/>
          <p:nvPr userDrawn="1"/>
        </p:nvSpPr>
        <p:spPr>
          <a:xfrm>
            <a:off x="323528" y="404813"/>
            <a:ext cx="8497887" cy="6048375"/>
          </a:xfrm>
          <a:prstGeom prst="roundRect">
            <a:avLst>
              <a:gd name="adj" fmla="val 5013"/>
            </a:avLst>
          </a:prstGeom>
          <a:noFill/>
          <a:ln w="53975">
            <a:solidFill>
              <a:srgbClr val="A829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학습목표">
    <p:spTree>
      <p:nvGrpSpPr>
        <p:cNvPr id="1" name=""/>
        <p:cNvGrpSpPr/>
        <p:nvPr/>
      </p:nvGrpSpPr>
      <p:grpSpPr>
        <a:xfrm>
          <a:off x="0" y="0"/>
          <a:ext cx="0" cy="0"/>
          <a:chOff x="0" y="0"/>
          <a:chExt cx="0" cy="0"/>
        </a:xfrm>
      </p:grpSpPr>
      <p:sp>
        <p:nvSpPr>
          <p:cNvPr id="11" name="텍스트 개체 틀 6"/>
          <p:cNvSpPr>
            <a:spLocks noGrp="1"/>
          </p:cNvSpPr>
          <p:nvPr>
            <p:ph type="body" sz="quarter" idx="13"/>
          </p:nvPr>
        </p:nvSpPr>
        <p:spPr>
          <a:xfrm>
            <a:off x="755576" y="1844824"/>
            <a:ext cx="7704856" cy="4104456"/>
          </a:xfrm>
        </p:spPr>
        <p:txBody>
          <a:bodyPr/>
          <a:lstStyle>
            <a:lvl1pPr marL="457200" indent="-457200">
              <a:lnSpc>
                <a:spcPct val="150000"/>
              </a:lnSpc>
              <a:buFont typeface="Arial" pitchFamily="34" charset="0"/>
              <a:buChar char="•"/>
              <a:defRPr sz="20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endParaRPr lang="ko-KR" altLang="en-US" dirty="0"/>
          </a:p>
        </p:txBody>
      </p:sp>
      <p:sp>
        <p:nvSpPr>
          <p:cNvPr id="2" name="TextBox 9">
            <a:extLst>
              <a:ext uri="{FF2B5EF4-FFF2-40B4-BE49-F238E27FC236}">
                <a16:creationId xmlns:a16="http://schemas.microsoft.com/office/drawing/2014/main" id="{FA1E3D13-12BE-52FA-CB04-6A61A0364D87}"/>
              </a:ext>
            </a:extLst>
          </p:cNvPr>
          <p:cNvSpPr txBox="1"/>
          <p:nvPr userDrawn="1"/>
        </p:nvSpPr>
        <p:spPr>
          <a:xfrm>
            <a:off x="755576" y="804903"/>
            <a:ext cx="4085697" cy="646331"/>
          </a:xfrm>
          <a:prstGeom prst="rect">
            <a:avLst/>
          </a:prstGeom>
          <a:noFill/>
        </p:spPr>
        <p:txBody>
          <a:bodyPr>
            <a:spAutoFit/>
          </a:bodyPr>
          <a:lstStyle/>
          <a:p>
            <a:pPr fontAlgn="auto">
              <a:spcBef>
                <a:spcPts val="0"/>
              </a:spcBef>
              <a:spcAft>
                <a:spcPts val="0"/>
              </a:spcAft>
              <a:defRPr/>
            </a:pPr>
            <a:r>
              <a:rPr kumimoji="0" lang="ko-KR" altLang="en-US" sz="3600" spc="-150" dirty="0">
                <a:ln>
                  <a:solidFill>
                    <a:schemeClr val="accent1">
                      <a:alpha val="0"/>
                    </a:schemeClr>
                  </a:solidFill>
                </a:ln>
                <a:solidFill>
                  <a:srgbClr val="A82954"/>
                </a:solidFill>
                <a:effectLst/>
                <a:latin typeface="HY견고딕" pitchFamily="18" charset="-127"/>
                <a:ea typeface="HY견고딕" pitchFamily="18" charset="-127"/>
                <a:cs typeface="Tahoma" pitchFamily="34" charset="0"/>
              </a:rPr>
              <a:t>학습목표</a:t>
            </a:r>
          </a:p>
        </p:txBody>
      </p:sp>
      <p:sp>
        <p:nvSpPr>
          <p:cNvPr id="3" name="모서리가 둥근 직사각형 8">
            <a:extLst>
              <a:ext uri="{FF2B5EF4-FFF2-40B4-BE49-F238E27FC236}">
                <a16:creationId xmlns:a16="http://schemas.microsoft.com/office/drawing/2014/main" id="{6D9E0964-D3AA-4906-76A2-C795D857AB90}"/>
              </a:ext>
            </a:extLst>
          </p:cNvPr>
          <p:cNvSpPr/>
          <p:nvPr userDrawn="1"/>
        </p:nvSpPr>
        <p:spPr>
          <a:xfrm>
            <a:off x="323528" y="404813"/>
            <a:ext cx="8497887" cy="6048375"/>
          </a:xfrm>
          <a:prstGeom prst="roundRect">
            <a:avLst>
              <a:gd name="adj" fmla="val 5013"/>
            </a:avLst>
          </a:prstGeom>
          <a:noFill/>
          <a:ln w="53975">
            <a:solidFill>
              <a:srgbClr val="A829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7" name="텍스트 개체 틀 6"/>
          <p:cNvSpPr>
            <a:spLocks noGrp="1"/>
          </p:cNvSpPr>
          <p:nvPr userDrawn="1"/>
        </p:nvSpPr>
        <p:spPr bwMode="auto">
          <a:xfrm>
            <a:off x="719101" y="3412604"/>
            <a:ext cx="7704856" cy="9389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342900" indent="-342900" algn="l" rtl="0" eaLnBrk="0" fontAlgn="base" latinLnBrk="1" hangingPunct="0">
              <a:spcBef>
                <a:spcPct val="20000"/>
              </a:spcBef>
              <a:spcAft>
                <a:spcPct val="0"/>
              </a:spcAft>
              <a:buFont typeface="Arial" charset="0"/>
              <a:buBlip>
                <a:blip r:embed="rId2"/>
              </a:buBlip>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0"/>
            <a:endParaRPr lang="ko-KR" altLang="en-US" dirty="0">
              <a:solidFill>
                <a:schemeClr val="bg1"/>
              </a:solidFill>
            </a:endParaRPr>
          </a:p>
        </p:txBody>
      </p:sp>
      <p:sp>
        <p:nvSpPr>
          <p:cNvPr id="8" name="텍스트 개체 틀 6"/>
          <p:cNvSpPr>
            <a:spLocks noGrp="1"/>
          </p:cNvSpPr>
          <p:nvPr userDrawn="1"/>
        </p:nvSpPr>
        <p:spPr bwMode="auto">
          <a:xfrm>
            <a:off x="719101" y="2348880"/>
            <a:ext cx="7704856" cy="9389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342900" indent="-342900" algn="l" rtl="0" eaLnBrk="0" fontAlgn="base" latinLnBrk="1" hangingPunct="0">
              <a:spcBef>
                <a:spcPct val="20000"/>
              </a:spcBef>
              <a:spcAft>
                <a:spcPct val="0"/>
              </a:spcAft>
              <a:buFont typeface="Arial" charset="0"/>
              <a:buBlip>
                <a:blip r:embed="rId2"/>
              </a:buBlip>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0"/>
            <a:endParaRPr lang="ko-KR" altLang="en-US" dirty="0">
              <a:solidFill>
                <a:schemeClr val="bg1"/>
              </a:solidFill>
            </a:endParaRPr>
          </a:p>
        </p:txBody>
      </p:sp>
      <p:sp>
        <p:nvSpPr>
          <p:cNvPr id="9" name="텍스트 개체 틀 6"/>
          <p:cNvSpPr>
            <a:spLocks noGrp="1"/>
          </p:cNvSpPr>
          <p:nvPr>
            <p:ph type="body" sz="quarter" idx="13"/>
          </p:nvPr>
        </p:nvSpPr>
        <p:spPr>
          <a:xfrm>
            <a:off x="719572" y="3412604"/>
            <a:ext cx="7704856" cy="938937"/>
          </a:xfrm>
        </p:spPr>
        <p:txBody>
          <a:bodyPr anchor="ctr"/>
          <a:lstStyle>
            <a:lvl1pPr marL="0" indent="0" algn="ctr">
              <a:lnSpc>
                <a:spcPct val="100000"/>
              </a:lnSpc>
              <a:buFontTx/>
              <a:buNone/>
              <a:defRPr sz="4800" b="1" baseline="0">
                <a:solidFill>
                  <a:srgbClr val="A82954"/>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endParaRPr lang="ko-KR" altLang="en-US" dirty="0"/>
          </a:p>
        </p:txBody>
      </p:sp>
      <p:sp>
        <p:nvSpPr>
          <p:cNvPr id="10" name="텍스트 개체 틀 6"/>
          <p:cNvSpPr>
            <a:spLocks noGrp="1"/>
          </p:cNvSpPr>
          <p:nvPr>
            <p:ph type="body" sz="quarter" idx="14"/>
          </p:nvPr>
        </p:nvSpPr>
        <p:spPr>
          <a:xfrm>
            <a:off x="719572" y="2348880"/>
            <a:ext cx="7704856" cy="938937"/>
          </a:xfrm>
        </p:spPr>
        <p:txBody>
          <a:bodyPr anchor="ctr"/>
          <a:lstStyle>
            <a:lvl1pPr marL="0" indent="0" algn="ctr">
              <a:lnSpc>
                <a:spcPct val="100000"/>
              </a:lnSpc>
              <a:buFontTx/>
              <a:buNone/>
              <a:defRPr sz="5400" b="1">
                <a:solidFill>
                  <a:srgbClr val="A82954"/>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endParaRPr lang="ko-KR" altLang="en-US" dirty="0"/>
          </a:p>
        </p:txBody>
      </p:sp>
      <p:sp>
        <p:nvSpPr>
          <p:cNvPr id="2" name="모서리가 둥근 직사각형 8">
            <a:extLst>
              <a:ext uri="{FF2B5EF4-FFF2-40B4-BE49-F238E27FC236}">
                <a16:creationId xmlns:a16="http://schemas.microsoft.com/office/drawing/2014/main" id="{E9961678-17E4-09F8-353B-ABFCE40059CE}"/>
              </a:ext>
            </a:extLst>
          </p:cNvPr>
          <p:cNvSpPr/>
          <p:nvPr userDrawn="1"/>
        </p:nvSpPr>
        <p:spPr>
          <a:xfrm>
            <a:off x="323528" y="404813"/>
            <a:ext cx="8497887" cy="6048375"/>
          </a:xfrm>
          <a:prstGeom prst="roundRect">
            <a:avLst>
              <a:gd name="adj" fmla="val 5013"/>
            </a:avLst>
          </a:prstGeom>
          <a:noFill/>
          <a:ln w="53975">
            <a:solidFill>
              <a:srgbClr val="A829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51695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섹션 목차">
    <p:bg>
      <p:bgPr>
        <a:solidFill>
          <a:schemeClr val="bg1"/>
        </a:solidFill>
        <a:effectLst/>
      </p:bgPr>
    </p:bg>
    <p:spTree>
      <p:nvGrpSpPr>
        <p:cNvPr id="1" name=""/>
        <p:cNvGrpSpPr/>
        <p:nvPr/>
      </p:nvGrpSpPr>
      <p:grpSpPr>
        <a:xfrm>
          <a:off x="0" y="0"/>
          <a:ext cx="0" cy="0"/>
          <a:chOff x="0" y="0"/>
          <a:chExt cx="0" cy="0"/>
        </a:xfrm>
      </p:grpSpPr>
      <p:sp>
        <p:nvSpPr>
          <p:cNvPr id="2" name="제목 1"/>
          <p:cNvSpPr>
            <a:spLocks noGrp="1"/>
          </p:cNvSpPr>
          <p:nvPr>
            <p:ph type="title"/>
          </p:nvPr>
        </p:nvSpPr>
        <p:spPr>
          <a:xfrm>
            <a:off x="539552" y="184745"/>
            <a:ext cx="6840760" cy="548680"/>
          </a:xfrm>
        </p:spPr>
        <p:txBody>
          <a:bodyPr/>
          <a:lstStyle>
            <a:lvl1pPr algn="l">
              <a:defRPr sz="2400" b="1">
                <a:solidFill>
                  <a:schemeClr val="tx1"/>
                </a:solidFill>
                <a:latin typeface="HY헤드라인M" panose="02030600000101010101" pitchFamily="18" charset="-127"/>
                <a:ea typeface="HY헤드라인M" panose="02030600000101010101" pitchFamily="18" charset="-127"/>
              </a:defRPr>
            </a:lvl1pPr>
          </a:lstStyle>
          <a:p>
            <a:r>
              <a:rPr lang="ko-KR" altLang="en-US" dirty="0"/>
              <a:t>마스터 제목 스타일 편집</a:t>
            </a:r>
          </a:p>
        </p:txBody>
      </p:sp>
      <p:cxnSp>
        <p:nvCxnSpPr>
          <p:cNvPr id="9" name="직선 연결선 8"/>
          <p:cNvCxnSpPr/>
          <p:nvPr userDrawn="1"/>
        </p:nvCxnSpPr>
        <p:spPr>
          <a:xfrm>
            <a:off x="2124744" y="908051"/>
            <a:ext cx="2339752" cy="0"/>
          </a:xfrm>
          <a:prstGeom prst="line">
            <a:avLst/>
          </a:prstGeom>
          <a:ln w="76200">
            <a:solidFill>
              <a:srgbClr val="A82954">
                <a:alpha val="74902"/>
              </a:srgbClr>
            </a:solidFill>
          </a:ln>
          <a:effectLst/>
        </p:spPr>
        <p:style>
          <a:lnRef idx="1">
            <a:schemeClr val="accent1"/>
          </a:lnRef>
          <a:fillRef idx="0">
            <a:schemeClr val="accent1"/>
          </a:fillRef>
          <a:effectRef idx="0">
            <a:schemeClr val="accent1"/>
          </a:effectRef>
          <a:fontRef idx="minor">
            <a:schemeClr val="tx1"/>
          </a:fontRef>
        </p:style>
      </p:cxnSp>
      <p:cxnSp>
        <p:nvCxnSpPr>
          <p:cNvPr id="11" name="직선 연결선 10"/>
          <p:cNvCxnSpPr>
            <a:cxnSpLocks/>
          </p:cNvCxnSpPr>
          <p:nvPr userDrawn="1"/>
        </p:nvCxnSpPr>
        <p:spPr>
          <a:xfrm>
            <a:off x="4464496" y="908051"/>
            <a:ext cx="2339752" cy="0"/>
          </a:xfrm>
          <a:prstGeom prst="line">
            <a:avLst/>
          </a:prstGeom>
          <a:ln w="76200">
            <a:solidFill>
              <a:srgbClr val="A82954">
                <a:alpha val="50196"/>
              </a:srgbClr>
            </a:solidFill>
          </a:ln>
          <a:effectLst/>
        </p:spPr>
        <p:style>
          <a:lnRef idx="1">
            <a:schemeClr val="accent1"/>
          </a:lnRef>
          <a:fillRef idx="0">
            <a:schemeClr val="accent1"/>
          </a:fillRef>
          <a:effectRef idx="0">
            <a:schemeClr val="accent1"/>
          </a:effectRef>
          <a:fontRef idx="minor">
            <a:schemeClr val="tx1"/>
          </a:fontRef>
        </p:style>
      </p:cxnSp>
      <p:cxnSp>
        <p:nvCxnSpPr>
          <p:cNvPr id="13" name="직선 연결선 12"/>
          <p:cNvCxnSpPr>
            <a:cxnSpLocks/>
          </p:cNvCxnSpPr>
          <p:nvPr userDrawn="1"/>
        </p:nvCxnSpPr>
        <p:spPr>
          <a:xfrm>
            <a:off x="6804248" y="908051"/>
            <a:ext cx="2339752" cy="0"/>
          </a:xfrm>
          <a:prstGeom prst="line">
            <a:avLst/>
          </a:prstGeom>
          <a:ln w="76200">
            <a:solidFill>
              <a:srgbClr val="D9D9D9">
                <a:alpha val="25098"/>
              </a:srgbClr>
            </a:solidFill>
          </a:ln>
          <a:effectLst/>
        </p:spPr>
        <p:style>
          <a:lnRef idx="1">
            <a:schemeClr val="accent1"/>
          </a:lnRef>
          <a:fillRef idx="0">
            <a:schemeClr val="accent1"/>
          </a:fillRef>
          <a:effectRef idx="0">
            <a:schemeClr val="accent1"/>
          </a:effectRef>
          <a:fontRef idx="minor">
            <a:schemeClr val="tx1"/>
          </a:fontRef>
        </p:style>
      </p:cxnSp>
      <p:cxnSp>
        <p:nvCxnSpPr>
          <p:cNvPr id="14" name="직선 연결선 13"/>
          <p:cNvCxnSpPr>
            <a:cxnSpLocks/>
          </p:cNvCxnSpPr>
          <p:nvPr userDrawn="1"/>
        </p:nvCxnSpPr>
        <p:spPr>
          <a:xfrm>
            <a:off x="0" y="908051"/>
            <a:ext cx="2339752" cy="0"/>
          </a:xfrm>
          <a:prstGeom prst="line">
            <a:avLst/>
          </a:prstGeom>
          <a:ln w="76200">
            <a:solidFill>
              <a:srgbClr val="A82954"/>
            </a:solidFill>
          </a:ln>
          <a:effectLst/>
        </p:spPr>
        <p:style>
          <a:lnRef idx="1">
            <a:schemeClr val="accent1"/>
          </a:lnRef>
          <a:fillRef idx="0">
            <a:schemeClr val="accent1"/>
          </a:fillRef>
          <a:effectRef idx="0">
            <a:schemeClr val="accent1"/>
          </a:effectRef>
          <a:fontRef idx="minor">
            <a:schemeClr val="tx1"/>
          </a:fontRef>
        </p:style>
      </p:cxnSp>
      <p:sp>
        <p:nvSpPr>
          <p:cNvPr id="10" name="내용 개체 틀 2"/>
          <p:cNvSpPr>
            <a:spLocks noGrp="1"/>
          </p:cNvSpPr>
          <p:nvPr>
            <p:ph idx="10" hasCustomPrompt="1"/>
          </p:nvPr>
        </p:nvSpPr>
        <p:spPr>
          <a:xfrm>
            <a:off x="539552" y="1196752"/>
            <a:ext cx="8208912" cy="5400600"/>
          </a:xfrm>
        </p:spPr>
        <p:txBody>
          <a:bodyPr/>
          <a:lstStyle>
            <a:lvl1pPr marL="342900" indent="-342900" latinLnBrk="0">
              <a:lnSpc>
                <a:spcPts val="2500"/>
              </a:lnSpc>
              <a:spcBef>
                <a:spcPts val="0"/>
              </a:spcBef>
              <a:buClr>
                <a:schemeClr val="accent2">
                  <a:lumMod val="75000"/>
                </a:schemeClr>
              </a:buClr>
              <a:buFont typeface="Wingdings" pitchFamily="2" charset="2"/>
              <a:buChar char="n"/>
              <a:defRPr sz="2000" b="1">
                <a:solidFill>
                  <a:srgbClr val="A82954"/>
                </a:solidFill>
                <a:latin typeface="+mn-ea"/>
                <a:ea typeface="+mn-ea"/>
              </a:defRPr>
            </a:lvl1pPr>
            <a:lvl2pPr marL="288000" indent="-180975" latinLnBrk="0">
              <a:lnSpc>
                <a:spcPts val="2500"/>
              </a:lnSpc>
              <a:spcAft>
                <a:spcPts val="400"/>
              </a:spcAft>
              <a:buClr>
                <a:schemeClr val="bg1">
                  <a:lumMod val="50000"/>
                </a:schemeClr>
              </a:buClr>
              <a:buFont typeface="Wingdings" pitchFamily="2" charset="2"/>
              <a:buChar char="§"/>
              <a:defRPr sz="1700" b="1">
                <a:solidFill>
                  <a:srgbClr val="A82954"/>
                </a:solidFill>
              </a:defRPr>
            </a:lvl2pPr>
            <a:lvl3pPr marL="446400" indent="-180975" latinLnBrk="0">
              <a:lnSpc>
                <a:spcPts val="2500"/>
              </a:lnSpc>
              <a:spcAft>
                <a:spcPts val="300"/>
              </a:spcAft>
              <a:buClr>
                <a:schemeClr val="bg1">
                  <a:lumMod val="50000"/>
                </a:schemeClr>
              </a:buClr>
              <a:buFont typeface="Arial" pitchFamily="34" charset="0"/>
              <a:buChar char="•"/>
              <a:defRPr sz="1600"/>
            </a:lvl3pPr>
            <a:lvl4pPr marL="532800" indent="-180975" latinLnBrk="0">
              <a:lnSpc>
                <a:spcPts val="2500"/>
              </a:lnSpc>
              <a:spcAft>
                <a:spcPts val="300"/>
              </a:spcAft>
              <a:buSzPct val="96000"/>
              <a:defRPr sz="1600"/>
            </a:lvl4pPr>
            <a:lvl5pPr marL="619200" indent="-180975" latinLnBrk="0">
              <a:lnSpc>
                <a:spcPts val="2500"/>
              </a:lnSpc>
              <a:defRPr sz="140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481326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섹션 목차">
    <p:bg>
      <p:bgPr>
        <a:solidFill>
          <a:schemeClr val="bg1"/>
        </a:solidFill>
        <a:effectLst/>
      </p:bgPr>
    </p:bg>
    <p:spTree>
      <p:nvGrpSpPr>
        <p:cNvPr id="1" name=""/>
        <p:cNvGrpSpPr/>
        <p:nvPr/>
      </p:nvGrpSpPr>
      <p:grpSpPr>
        <a:xfrm>
          <a:off x="0" y="0"/>
          <a:ext cx="0" cy="0"/>
          <a:chOff x="0" y="0"/>
          <a:chExt cx="0" cy="0"/>
        </a:xfrm>
      </p:grpSpPr>
      <p:sp>
        <p:nvSpPr>
          <p:cNvPr id="2" name="제목 1"/>
          <p:cNvSpPr>
            <a:spLocks noGrp="1"/>
          </p:cNvSpPr>
          <p:nvPr>
            <p:ph type="title"/>
          </p:nvPr>
        </p:nvSpPr>
        <p:spPr>
          <a:xfrm>
            <a:off x="539552" y="184745"/>
            <a:ext cx="6840760" cy="548680"/>
          </a:xfrm>
        </p:spPr>
        <p:txBody>
          <a:bodyPr/>
          <a:lstStyle>
            <a:lvl1pPr algn="l">
              <a:defRPr sz="2400" b="1">
                <a:solidFill>
                  <a:schemeClr val="tx1"/>
                </a:solidFill>
                <a:latin typeface="HY헤드라인M" panose="02030600000101010101" pitchFamily="18" charset="-127"/>
                <a:ea typeface="HY헤드라인M" panose="02030600000101010101" pitchFamily="18" charset="-127"/>
              </a:defRPr>
            </a:lvl1pPr>
          </a:lstStyle>
          <a:p>
            <a:r>
              <a:rPr lang="ko-KR" altLang="en-US" dirty="0"/>
              <a:t>마스터 제목 스타일 편집</a:t>
            </a:r>
          </a:p>
        </p:txBody>
      </p:sp>
      <p:cxnSp>
        <p:nvCxnSpPr>
          <p:cNvPr id="9" name="직선 연결선 8"/>
          <p:cNvCxnSpPr/>
          <p:nvPr userDrawn="1"/>
        </p:nvCxnSpPr>
        <p:spPr>
          <a:xfrm>
            <a:off x="2124744" y="908051"/>
            <a:ext cx="2339752" cy="0"/>
          </a:xfrm>
          <a:prstGeom prst="line">
            <a:avLst/>
          </a:prstGeom>
          <a:ln w="76200">
            <a:solidFill>
              <a:srgbClr val="A82954">
                <a:alpha val="74902"/>
              </a:srgbClr>
            </a:solidFill>
          </a:ln>
          <a:effectLst/>
        </p:spPr>
        <p:style>
          <a:lnRef idx="1">
            <a:schemeClr val="accent1"/>
          </a:lnRef>
          <a:fillRef idx="0">
            <a:schemeClr val="accent1"/>
          </a:fillRef>
          <a:effectRef idx="0">
            <a:schemeClr val="accent1"/>
          </a:effectRef>
          <a:fontRef idx="minor">
            <a:schemeClr val="tx1"/>
          </a:fontRef>
        </p:style>
      </p:cxnSp>
      <p:cxnSp>
        <p:nvCxnSpPr>
          <p:cNvPr id="11" name="직선 연결선 10"/>
          <p:cNvCxnSpPr>
            <a:cxnSpLocks/>
          </p:cNvCxnSpPr>
          <p:nvPr userDrawn="1"/>
        </p:nvCxnSpPr>
        <p:spPr>
          <a:xfrm>
            <a:off x="4464496" y="908051"/>
            <a:ext cx="2339752" cy="0"/>
          </a:xfrm>
          <a:prstGeom prst="line">
            <a:avLst/>
          </a:prstGeom>
          <a:ln w="76200">
            <a:solidFill>
              <a:srgbClr val="A82954">
                <a:alpha val="50196"/>
              </a:srgbClr>
            </a:solidFill>
          </a:ln>
          <a:effectLst/>
        </p:spPr>
        <p:style>
          <a:lnRef idx="1">
            <a:schemeClr val="accent1"/>
          </a:lnRef>
          <a:fillRef idx="0">
            <a:schemeClr val="accent1"/>
          </a:fillRef>
          <a:effectRef idx="0">
            <a:schemeClr val="accent1"/>
          </a:effectRef>
          <a:fontRef idx="minor">
            <a:schemeClr val="tx1"/>
          </a:fontRef>
        </p:style>
      </p:cxnSp>
      <p:cxnSp>
        <p:nvCxnSpPr>
          <p:cNvPr id="13" name="직선 연결선 12"/>
          <p:cNvCxnSpPr>
            <a:cxnSpLocks/>
          </p:cNvCxnSpPr>
          <p:nvPr userDrawn="1"/>
        </p:nvCxnSpPr>
        <p:spPr>
          <a:xfrm>
            <a:off x="6804248" y="908051"/>
            <a:ext cx="2339752" cy="0"/>
          </a:xfrm>
          <a:prstGeom prst="line">
            <a:avLst/>
          </a:prstGeom>
          <a:ln w="76200">
            <a:solidFill>
              <a:srgbClr val="D9D9D9">
                <a:alpha val="25098"/>
              </a:srgbClr>
            </a:solidFill>
          </a:ln>
          <a:effectLst/>
        </p:spPr>
        <p:style>
          <a:lnRef idx="1">
            <a:schemeClr val="accent1"/>
          </a:lnRef>
          <a:fillRef idx="0">
            <a:schemeClr val="accent1"/>
          </a:fillRef>
          <a:effectRef idx="0">
            <a:schemeClr val="accent1"/>
          </a:effectRef>
          <a:fontRef idx="minor">
            <a:schemeClr val="tx1"/>
          </a:fontRef>
        </p:style>
      </p:cxnSp>
      <p:cxnSp>
        <p:nvCxnSpPr>
          <p:cNvPr id="14" name="직선 연결선 13"/>
          <p:cNvCxnSpPr>
            <a:cxnSpLocks/>
          </p:cNvCxnSpPr>
          <p:nvPr userDrawn="1"/>
        </p:nvCxnSpPr>
        <p:spPr>
          <a:xfrm>
            <a:off x="0" y="908051"/>
            <a:ext cx="2339752" cy="0"/>
          </a:xfrm>
          <a:prstGeom prst="line">
            <a:avLst/>
          </a:prstGeom>
          <a:ln w="76200">
            <a:solidFill>
              <a:srgbClr val="A82954"/>
            </a:solidFill>
          </a:ln>
          <a:effectLst/>
        </p:spPr>
        <p:style>
          <a:lnRef idx="1">
            <a:schemeClr val="accent1"/>
          </a:lnRef>
          <a:fillRef idx="0">
            <a:schemeClr val="accent1"/>
          </a:fillRef>
          <a:effectRef idx="0">
            <a:schemeClr val="accent1"/>
          </a:effectRef>
          <a:fontRef idx="minor">
            <a:schemeClr val="tx1"/>
          </a:fontRef>
        </p:style>
      </p:cxnSp>
      <p:sp>
        <p:nvSpPr>
          <p:cNvPr id="10" name="내용 개체 틀 2"/>
          <p:cNvSpPr>
            <a:spLocks noGrp="1"/>
          </p:cNvSpPr>
          <p:nvPr>
            <p:ph idx="10" hasCustomPrompt="1"/>
          </p:nvPr>
        </p:nvSpPr>
        <p:spPr>
          <a:xfrm>
            <a:off x="539552" y="1196752"/>
            <a:ext cx="3924944" cy="5400600"/>
          </a:xfrm>
        </p:spPr>
        <p:txBody>
          <a:bodyPr/>
          <a:lstStyle>
            <a:lvl1pPr marL="342900" indent="-342900" latinLnBrk="0">
              <a:lnSpc>
                <a:spcPts val="2500"/>
              </a:lnSpc>
              <a:spcBef>
                <a:spcPts val="0"/>
              </a:spcBef>
              <a:buClr>
                <a:schemeClr val="accent2">
                  <a:lumMod val="75000"/>
                </a:schemeClr>
              </a:buClr>
              <a:buFont typeface="Wingdings" pitchFamily="2" charset="2"/>
              <a:buChar char="n"/>
              <a:defRPr sz="2000" b="1">
                <a:solidFill>
                  <a:srgbClr val="A82954"/>
                </a:solidFill>
                <a:latin typeface="+mn-ea"/>
                <a:ea typeface="+mn-ea"/>
              </a:defRPr>
            </a:lvl1pPr>
            <a:lvl2pPr marL="288000" indent="-180975" latinLnBrk="0">
              <a:lnSpc>
                <a:spcPts val="2500"/>
              </a:lnSpc>
              <a:spcAft>
                <a:spcPts val="400"/>
              </a:spcAft>
              <a:buClr>
                <a:schemeClr val="bg1">
                  <a:lumMod val="50000"/>
                </a:schemeClr>
              </a:buClr>
              <a:buFont typeface="Wingdings" pitchFamily="2" charset="2"/>
              <a:buChar char="§"/>
              <a:defRPr sz="1700" b="1">
                <a:solidFill>
                  <a:srgbClr val="A82954"/>
                </a:solidFill>
              </a:defRPr>
            </a:lvl2pPr>
            <a:lvl3pPr marL="446400" indent="-180975" latinLnBrk="0">
              <a:lnSpc>
                <a:spcPts val="2500"/>
              </a:lnSpc>
              <a:spcAft>
                <a:spcPts val="300"/>
              </a:spcAft>
              <a:buClr>
                <a:schemeClr val="bg1">
                  <a:lumMod val="50000"/>
                </a:schemeClr>
              </a:buClr>
              <a:buFont typeface="Arial" pitchFamily="34" charset="0"/>
              <a:buChar char="•"/>
              <a:defRPr sz="1600"/>
            </a:lvl3pPr>
            <a:lvl4pPr marL="532800" indent="-180975" latinLnBrk="0">
              <a:lnSpc>
                <a:spcPts val="2500"/>
              </a:lnSpc>
              <a:spcAft>
                <a:spcPts val="300"/>
              </a:spcAft>
              <a:buSzPct val="96000"/>
              <a:defRPr sz="1600"/>
            </a:lvl4pPr>
            <a:lvl5pPr marL="619200" indent="-180975" latinLnBrk="0">
              <a:lnSpc>
                <a:spcPts val="2500"/>
              </a:lnSpc>
              <a:defRPr sz="140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3" name="내용 개체 틀 2">
            <a:extLst>
              <a:ext uri="{FF2B5EF4-FFF2-40B4-BE49-F238E27FC236}">
                <a16:creationId xmlns:a16="http://schemas.microsoft.com/office/drawing/2014/main" id="{CBEF6232-0938-0833-A2FF-D9CAF889BB0F}"/>
              </a:ext>
            </a:extLst>
          </p:cNvPr>
          <p:cNvSpPr>
            <a:spLocks noGrp="1"/>
          </p:cNvSpPr>
          <p:nvPr>
            <p:ph idx="11"/>
          </p:nvPr>
        </p:nvSpPr>
        <p:spPr>
          <a:xfrm>
            <a:off x="4464496" y="1196752"/>
            <a:ext cx="4283968" cy="5400600"/>
          </a:xfrm>
        </p:spPr>
        <p:txBody>
          <a:bodyPr/>
          <a:lstStyle>
            <a:lvl1pPr marL="0" indent="0" latinLnBrk="0">
              <a:lnSpc>
                <a:spcPts val="2500"/>
              </a:lnSpc>
              <a:spcBef>
                <a:spcPts val="0"/>
              </a:spcBef>
              <a:buClr>
                <a:schemeClr val="accent2">
                  <a:lumMod val="75000"/>
                </a:schemeClr>
              </a:buClr>
              <a:buFont typeface="Wingdings" pitchFamily="2" charset="2"/>
              <a:buNone/>
              <a:defRPr sz="2000" b="1">
                <a:solidFill>
                  <a:srgbClr val="A82954"/>
                </a:solidFill>
                <a:latin typeface="+mn-ea"/>
                <a:ea typeface="+mn-ea"/>
              </a:defRPr>
            </a:lvl1pPr>
            <a:lvl2pPr marL="288000" indent="-180975" latinLnBrk="0">
              <a:lnSpc>
                <a:spcPts val="2500"/>
              </a:lnSpc>
              <a:spcAft>
                <a:spcPts val="400"/>
              </a:spcAft>
              <a:buClr>
                <a:schemeClr val="bg1">
                  <a:lumMod val="50000"/>
                </a:schemeClr>
              </a:buClr>
              <a:buFont typeface="Wingdings" pitchFamily="2" charset="2"/>
              <a:buChar char="§"/>
              <a:defRPr sz="1700" b="1">
                <a:solidFill>
                  <a:srgbClr val="A82954"/>
                </a:solidFill>
              </a:defRPr>
            </a:lvl2pPr>
            <a:lvl3pPr marL="446400" indent="-180975" latinLnBrk="0">
              <a:lnSpc>
                <a:spcPts val="2500"/>
              </a:lnSpc>
              <a:spcAft>
                <a:spcPts val="300"/>
              </a:spcAft>
              <a:buClr>
                <a:schemeClr val="bg1">
                  <a:lumMod val="50000"/>
                </a:schemeClr>
              </a:buClr>
              <a:buFont typeface="Arial" pitchFamily="34" charset="0"/>
              <a:buChar char="•"/>
              <a:defRPr sz="1600"/>
            </a:lvl3pPr>
            <a:lvl4pPr marL="532800" indent="-180975" latinLnBrk="0">
              <a:lnSpc>
                <a:spcPts val="2500"/>
              </a:lnSpc>
              <a:spcAft>
                <a:spcPts val="300"/>
              </a:spcAft>
              <a:buSzPct val="96000"/>
              <a:defRPr sz="1600"/>
            </a:lvl4pPr>
            <a:lvl5pPr marL="619200" indent="-180975" latinLnBrk="0">
              <a:lnSpc>
                <a:spcPts val="2500"/>
              </a:lnSpc>
              <a:defRPr sz="1400"/>
            </a:lvl5pPr>
          </a:lstStyle>
          <a:p>
            <a:pPr lvl="0"/>
            <a:endParaRPr lang="ko-KR" altLang="en-US" dirty="0"/>
          </a:p>
        </p:txBody>
      </p:sp>
    </p:spTree>
    <p:extLst>
      <p:ext uri="{BB962C8B-B14F-4D97-AF65-F5344CB8AC3E}">
        <p14:creationId xmlns:p14="http://schemas.microsoft.com/office/powerpoint/2010/main" val="1211931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섹션 목차">
    <p:bg>
      <p:bgPr>
        <a:solidFill>
          <a:schemeClr val="bg1"/>
        </a:solidFill>
        <a:effectLst/>
      </p:bgPr>
    </p:bg>
    <p:spTree>
      <p:nvGrpSpPr>
        <p:cNvPr id="1" name=""/>
        <p:cNvGrpSpPr/>
        <p:nvPr/>
      </p:nvGrpSpPr>
      <p:grpSpPr>
        <a:xfrm>
          <a:off x="0" y="0"/>
          <a:ext cx="0" cy="0"/>
          <a:chOff x="0" y="0"/>
          <a:chExt cx="0" cy="0"/>
        </a:xfrm>
      </p:grpSpPr>
      <p:sp>
        <p:nvSpPr>
          <p:cNvPr id="2" name="제목 1"/>
          <p:cNvSpPr>
            <a:spLocks noGrp="1"/>
          </p:cNvSpPr>
          <p:nvPr>
            <p:ph type="title"/>
          </p:nvPr>
        </p:nvSpPr>
        <p:spPr>
          <a:xfrm>
            <a:off x="539552" y="184745"/>
            <a:ext cx="6840760" cy="548680"/>
          </a:xfrm>
        </p:spPr>
        <p:txBody>
          <a:bodyPr/>
          <a:lstStyle>
            <a:lvl1pPr algn="l">
              <a:defRPr sz="2400" b="1">
                <a:solidFill>
                  <a:schemeClr val="tx1"/>
                </a:solidFill>
                <a:latin typeface="HY헤드라인M" panose="02030600000101010101" pitchFamily="18" charset="-127"/>
                <a:ea typeface="HY헤드라인M" panose="02030600000101010101" pitchFamily="18" charset="-127"/>
              </a:defRPr>
            </a:lvl1pPr>
          </a:lstStyle>
          <a:p>
            <a:r>
              <a:rPr lang="ko-KR" altLang="en-US" dirty="0"/>
              <a:t>마스터 제목 스타일 편집</a:t>
            </a:r>
          </a:p>
        </p:txBody>
      </p:sp>
      <p:cxnSp>
        <p:nvCxnSpPr>
          <p:cNvPr id="9" name="직선 연결선 8"/>
          <p:cNvCxnSpPr/>
          <p:nvPr userDrawn="1"/>
        </p:nvCxnSpPr>
        <p:spPr>
          <a:xfrm>
            <a:off x="2124744" y="908051"/>
            <a:ext cx="2339752" cy="0"/>
          </a:xfrm>
          <a:prstGeom prst="line">
            <a:avLst/>
          </a:prstGeom>
          <a:ln w="76200">
            <a:solidFill>
              <a:srgbClr val="A82954">
                <a:alpha val="74902"/>
              </a:srgbClr>
            </a:solidFill>
          </a:ln>
          <a:effectLst/>
        </p:spPr>
        <p:style>
          <a:lnRef idx="1">
            <a:schemeClr val="accent1"/>
          </a:lnRef>
          <a:fillRef idx="0">
            <a:schemeClr val="accent1"/>
          </a:fillRef>
          <a:effectRef idx="0">
            <a:schemeClr val="accent1"/>
          </a:effectRef>
          <a:fontRef idx="minor">
            <a:schemeClr val="tx1"/>
          </a:fontRef>
        </p:style>
      </p:cxnSp>
      <p:cxnSp>
        <p:nvCxnSpPr>
          <p:cNvPr id="11" name="직선 연결선 10"/>
          <p:cNvCxnSpPr>
            <a:cxnSpLocks/>
          </p:cNvCxnSpPr>
          <p:nvPr userDrawn="1"/>
        </p:nvCxnSpPr>
        <p:spPr>
          <a:xfrm>
            <a:off x="4464496" y="908051"/>
            <a:ext cx="2339752" cy="0"/>
          </a:xfrm>
          <a:prstGeom prst="line">
            <a:avLst/>
          </a:prstGeom>
          <a:ln w="76200">
            <a:solidFill>
              <a:srgbClr val="A82954">
                <a:alpha val="50196"/>
              </a:srgbClr>
            </a:solidFill>
          </a:ln>
          <a:effectLst/>
        </p:spPr>
        <p:style>
          <a:lnRef idx="1">
            <a:schemeClr val="accent1"/>
          </a:lnRef>
          <a:fillRef idx="0">
            <a:schemeClr val="accent1"/>
          </a:fillRef>
          <a:effectRef idx="0">
            <a:schemeClr val="accent1"/>
          </a:effectRef>
          <a:fontRef idx="minor">
            <a:schemeClr val="tx1"/>
          </a:fontRef>
        </p:style>
      </p:cxnSp>
      <p:cxnSp>
        <p:nvCxnSpPr>
          <p:cNvPr id="13" name="직선 연결선 12"/>
          <p:cNvCxnSpPr>
            <a:cxnSpLocks/>
          </p:cNvCxnSpPr>
          <p:nvPr userDrawn="1"/>
        </p:nvCxnSpPr>
        <p:spPr>
          <a:xfrm>
            <a:off x="6804248" y="908051"/>
            <a:ext cx="2339752" cy="0"/>
          </a:xfrm>
          <a:prstGeom prst="line">
            <a:avLst/>
          </a:prstGeom>
          <a:ln w="76200">
            <a:solidFill>
              <a:srgbClr val="D9D9D9">
                <a:alpha val="25098"/>
              </a:srgbClr>
            </a:solidFill>
          </a:ln>
          <a:effectLst/>
        </p:spPr>
        <p:style>
          <a:lnRef idx="1">
            <a:schemeClr val="accent1"/>
          </a:lnRef>
          <a:fillRef idx="0">
            <a:schemeClr val="accent1"/>
          </a:fillRef>
          <a:effectRef idx="0">
            <a:schemeClr val="accent1"/>
          </a:effectRef>
          <a:fontRef idx="minor">
            <a:schemeClr val="tx1"/>
          </a:fontRef>
        </p:style>
      </p:cxnSp>
      <p:cxnSp>
        <p:nvCxnSpPr>
          <p:cNvPr id="14" name="직선 연결선 13"/>
          <p:cNvCxnSpPr>
            <a:cxnSpLocks/>
          </p:cNvCxnSpPr>
          <p:nvPr userDrawn="1"/>
        </p:nvCxnSpPr>
        <p:spPr>
          <a:xfrm>
            <a:off x="0" y="908051"/>
            <a:ext cx="2339752" cy="0"/>
          </a:xfrm>
          <a:prstGeom prst="line">
            <a:avLst/>
          </a:prstGeom>
          <a:ln w="76200">
            <a:solidFill>
              <a:srgbClr val="A82954"/>
            </a:solidFill>
          </a:ln>
          <a:effectLst/>
        </p:spPr>
        <p:style>
          <a:lnRef idx="1">
            <a:schemeClr val="accent1"/>
          </a:lnRef>
          <a:fillRef idx="0">
            <a:schemeClr val="accent1"/>
          </a:fillRef>
          <a:effectRef idx="0">
            <a:schemeClr val="accent1"/>
          </a:effectRef>
          <a:fontRef idx="minor">
            <a:schemeClr val="tx1"/>
          </a:fontRef>
        </p:style>
      </p:cxnSp>
      <p:sp>
        <p:nvSpPr>
          <p:cNvPr id="10" name="내용 개체 틀 2"/>
          <p:cNvSpPr>
            <a:spLocks noGrp="1"/>
          </p:cNvSpPr>
          <p:nvPr>
            <p:ph idx="10" hasCustomPrompt="1"/>
          </p:nvPr>
        </p:nvSpPr>
        <p:spPr>
          <a:xfrm>
            <a:off x="539552" y="1196751"/>
            <a:ext cx="8208912" cy="2376259"/>
          </a:xfrm>
        </p:spPr>
        <p:txBody>
          <a:bodyPr/>
          <a:lstStyle>
            <a:lvl1pPr marL="342900" indent="-342900" latinLnBrk="0">
              <a:lnSpc>
                <a:spcPts val="2500"/>
              </a:lnSpc>
              <a:spcBef>
                <a:spcPts val="0"/>
              </a:spcBef>
              <a:buClr>
                <a:schemeClr val="accent2">
                  <a:lumMod val="75000"/>
                </a:schemeClr>
              </a:buClr>
              <a:buFont typeface="Wingdings" pitchFamily="2" charset="2"/>
              <a:buChar char="n"/>
              <a:defRPr sz="2000" b="1">
                <a:solidFill>
                  <a:srgbClr val="A82954"/>
                </a:solidFill>
                <a:latin typeface="+mn-ea"/>
                <a:ea typeface="+mn-ea"/>
              </a:defRPr>
            </a:lvl1pPr>
            <a:lvl2pPr marL="288000" indent="-180975" latinLnBrk="0">
              <a:lnSpc>
                <a:spcPts val="2500"/>
              </a:lnSpc>
              <a:spcAft>
                <a:spcPts val="400"/>
              </a:spcAft>
              <a:buClr>
                <a:schemeClr val="bg1">
                  <a:lumMod val="50000"/>
                </a:schemeClr>
              </a:buClr>
              <a:buFont typeface="Wingdings" pitchFamily="2" charset="2"/>
              <a:buChar char="§"/>
              <a:defRPr sz="1700" b="1">
                <a:solidFill>
                  <a:srgbClr val="A82954"/>
                </a:solidFill>
              </a:defRPr>
            </a:lvl2pPr>
            <a:lvl3pPr marL="446400" indent="-180975" latinLnBrk="0">
              <a:lnSpc>
                <a:spcPts val="2500"/>
              </a:lnSpc>
              <a:spcAft>
                <a:spcPts val="300"/>
              </a:spcAft>
              <a:buClr>
                <a:schemeClr val="bg1">
                  <a:lumMod val="50000"/>
                </a:schemeClr>
              </a:buClr>
              <a:buFont typeface="Arial" pitchFamily="34" charset="0"/>
              <a:buChar char="•"/>
              <a:defRPr sz="1600"/>
            </a:lvl3pPr>
            <a:lvl4pPr marL="532800" indent="-180975" latinLnBrk="0">
              <a:lnSpc>
                <a:spcPts val="2500"/>
              </a:lnSpc>
              <a:spcAft>
                <a:spcPts val="300"/>
              </a:spcAft>
              <a:buSzPct val="96000"/>
              <a:defRPr sz="1600"/>
            </a:lvl4pPr>
            <a:lvl5pPr marL="619200" indent="-180975" latinLnBrk="0">
              <a:lnSpc>
                <a:spcPts val="2500"/>
              </a:lnSpc>
              <a:defRPr sz="140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TextBox 7"/>
          <p:cNvSpPr txBox="1"/>
          <p:nvPr userDrawn="1"/>
        </p:nvSpPr>
        <p:spPr>
          <a:xfrm>
            <a:off x="8553698" y="6525344"/>
            <a:ext cx="648072" cy="360040"/>
          </a:xfrm>
          <a:prstGeom prst="rect">
            <a:avLst/>
          </a:prstGeom>
        </p:spPr>
        <p:txBody>
          <a:bodyPr vert="horz" wrap="square" lIns="91440" tIns="45720" rIns="91440" bIns="45720" rtlCol="0" anchor="ctr">
            <a:noAutofit/>
          </a:bodyPr>
          <a:lstStyle/>
          <a:p>
            <a:pPr algn="ctr"/>
            <a:r>
              <a:rPr lang="en-US" altLang="ko-KR" sz="1400" dirty="0">
                <a:solidFill>
                  <a:schemeClr val="bg1">
                    <a:lumMod val="50000"/>
                  </a:schemeClr>
                </a:solidFill>
              </a:rPr>
              <a:t>/ 42</a:t>
            </a:r>
            <a:endParaRPr lang="ko-KR" altLang="en-US" sz="1600" dirty="0">
              <a:solidFill>
                <a:schemeClr val="bg1">
                  <a:lumMod val="50000"/>
                </a:schemeClr>
              </a:solidFill>
            </a:endParaRPr>
          </a:p>
        </p:txBody>
      </p:sp>
      <p:sp>
        <p:nvSpPr>
          <p:cNvPr id="12" name="TextBox 11"/>
          <p:cNvSpPr txBox="1"/>
          <p:nvPr userDrawn="1"/>
        </p:nvSpPr>
        <p:spPr>
          <a:xfrm>
            <a:off x="8244408" y="6525344"/>
            <a:ext cx="648072" cy="360040"/>
          </a:xfrm>
          <a:prstGeom prst="rect">
            <a:avLst/>
          </a:prstGeom>
        </p:spPr>
        <p:txBody>
          <a:bodyPr vert="horz" wrap="square" lIns="91440" tIns="45720" rIns="91440" bIns="45720" rtlCol="0" anchor="ctr">
            <a:noAutofit/>
          </a:bodyPr>
          <a:lstStyle/>
          <a:p>
            <a:pPr algn="ctr"/>
            <a:fld id="{B921D178-B3E2-41DF-B6F9-C73B8CC656FA}" type="slidenum">
              <a:rPr lang="ko-KR" altLang="en-US" sz="1400" smtClean="0">
                <a:solidFill>
                  <a:schemeClr val="bg1">
                    <a:lumMod val="50000"/>
                  </a:schemeClr>
                </a:solidFill>
              </a:rPr>
              <a:pPr algn="ctr"/>
              <a:t>‹#›</a:t>
            </a:fld>
            <a:endParaRPr lang="ko-KR" altLang="en-US" sz="1600" dirty="0">
              <a:solidFill>
                <a:schemeClr val="bg1">
                  <a:lumMod val="50000"/>
                </a:schemeClr>
              </a:solidFill>
            </a:endParaRPr>
          </a:p>
        </p:txBody>
      </p:sp>
      <p:sp>
        <p:nvSpPr>
          <p:cNvPr id="3" name="내용 개체 틀 2">
            <a:extLst>
              <a:ext uri="{FF2B5EF4-FFF2-40B4-BE49-F238E27FC236}">
                <a16:creationId xmlns:a16="http://schemas.microsoft.com/office/drawing/2014/main" id="{CBEF6232-0938-0833-A2FF-D9CAF889BB0F}"/>
              </a:ext>
            </a:extLst>
          </p:cNvPr>
          <p:cNvSpPr>
            <a:spLocks noGrp="1"/>
          </p:cNvSpPr>
          <p:nvPr>
            <p:ph idx="11"/>
          </p:nvPr>
        </p:nvSpPr>
        <p:spPr>
          <a:xfrm>
            <a:off x="539552" y="3685760"/>
            <a:ext cx="8208912" cy="2911592"/>
          </a:xfrm>
        </p:spPr>
        <p:txBody>
          <a:bodyPr/>
          <a:lstStyle>
            <a:lvl1pPr marL="0" indent="0" latinLnBrk="0">
              <a:lnSpc>
                <a:spcPts val="2500"/>
              </a:lnSpc>
              <a:spcBef>
                <a:spcPts val="0"/>
              </a:spcBef>
              <a:buClr>
                <a:schemeClr val="accent2">
                  <a:lumMod val="75000"/>
                </a:schemeClr>
              </a:buClr>
              <a:buFont typeface="Wingdings" pitchFamily="2" charset="2"/>
              <a:buNone/>
              <a:defRPr sz="2000" b="1">
                <a:solidFill>
                  <a:srgbClr val="A82954"/>
                </a:solidFill>
                <a:latin typeface="+mn-ea"/>
                <a:ea typeface="+mn-ea"/>
              </a:defRPr>
            </a:lvl1pPr>
            <a:lvl2pPr marL="288000" indent="-180975" latinLnBrk="0">
              <a:lnSpc>
                <a:spcPts val="2500"/>
              </a:lnSpc>
              <a:spcAft>
                <a:spcPts val="400"/>
              </a:spcAft>
              <a:buClr>
                <a:schemeClr val="bg1">
                  <a:lumMod val="50000"/>
                </a:schemeClr>
              </a:buClr>
              <a:buFont typeface="Wingdings" pitchFamily="2" charset="2"/>
              <a:buChar char="§"/>
              <a:defRPr sz="1700" b="1">
                <a:solidFill>
                  <a:srgbClr val="A82954"/>
                </a:solidFill>
              </a:defRPr>
            </a:lvl2pPr>
            <a:lvl3pPr marL="446400" indent="-180975" latinLnBrk="0">
              <a:lnSpc>
                <a:spcPts val="2500"/>
              </a:lnSpc>
              <a:spcAft>
                <a:spcPts val="300"/>
              </a:spcAft>
              <a:buClr>
                <a:schemeClr val="bg1">
                  <a:lumMod val="50000"/>
                </a:schemeClr>
              </a:buClr>
              <a:buFont typeface="Arial" pitchFamily="34" charset="0"/>
              <a:buChar char="•"/>
              <a:defRPr sz="1600"/>
            </a:lvl3pPr>
            <a:lvl4pPr marL="532800" indent="-180975" latinLnBrk="0">
              <a:lnSpc>
                <a:spcPts val="2500"/>
              </a:lnSpc>
              <a:spcAft>
                <a:spcPts val="300"/>
              </a:spcAft>
              <a:buSzPct val="96000"/>
              <a:defRPr sz="1600"/>
            </a:lvl4pPr>
            <a:lvl5pPr marL="619200" indent="-180975" latinLnBrk="0">
              <a:lnSpc>
                <a:spcPts val="2500"/>
              </a:lnSpc>
              <a:defRPr sz="1400"/>
            </a:lvl5pPr>
          </a:lstStyle>
          <a:p>
            <a:pPr lvl="0"/>
            <a:endParaRPr lang="ko-KR" altLang="en-US" dirty="0"/>
          </a:p>
        </p:txBody>
      </p:sp>
    </p:spTree>
    <p:extLst>
      <p:ext uri="{BB962C8B-B14F-4D97-AF65-F5344CB8AC3E}">
        <p14:creationId xmlns:p14="http://schemas.microsoft.com/office/powerpoint/2010/main" val="1978411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bg>
      <p:bgPr>
        <a:solidFill>
          <a:srgbClr val="A82954"/>
        </a:solidFill>
        <a:effectLst/>
      </p:bgPr>
    </p:bg>
    <p:spTree>
      <p:nvGrpSpPr>
        <p:cNvPr id="1" name=""/>
        <p:cNvGrpSpPr/>
        <p:nvPr/>
      </p:nvGrpSpPr>
      <p:grpSpPr>
        <a:xfrm>
          <a:off x="0" y="0"/>
          <a:ext cx="0" cy="0"/>
          <a:chOff x="0" y="0"/>
          <a:chExt cx="0" cy="0"/>
        </a:xfrm>
      </p:grpSpPr>
      <p:sp>
        <p:nvSpPr>
          <p:cNvPr id="6" name="모서리가 둥근 직사각형 5"/>
          <p:cNvSpPr/>
          <p:nvPr userDrawn="1"/>
        </p:nvSpPr>
        <p:spPr>
          <a:xfrm>
            <a:off x="709323" y="663348"/>
            <a:ext cx="7725352" cy="5498523"/>
          </a:xfrm>
          <a:prstGeom prst="roundRect">
            <a:avLst>
              <a:gd name="adj" fmla="val 5013"/>
            </a:avLst>
          </a:prstGeom>
          <a:solidFill>
            <a:srgbClr val="F3F9FF"/>
          </a:solidFill>
          <a:ln w="539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algn="ctr" fontAlgn="auto">
              <a:spcBef>
                <a:spcPts val="0"/>
              </a:spcBef>
              <a:spcAft>
                <a:spcPts val="0"/>
              </a:spcAft>
              <a:defRPr/>
            </a:pPr>
            <a:endParaRPr kumimoji="0" lang="ko-KR" altLang="en-US" sz="1350" dirty="0">
              <a:solidFill>
                <a:srgbClr val="FF9999"/>
              </a:solidFill>
            </a:endParaRPr>
          </a:p>
        </p:txBody>
      </p:sp>
      <p:sp>
        <p:nvSpPr>
          <p:cNvPr id="7" name="텍스트 개체 틀 6"/>
          <p:cNvSpPr>
            <a:spLocks noGrp="1"/>
          </p:cNvSpPr>
          <p:nvPr userDrawn="1"/>
        </p:nvSpPr>
        <p:spPr bwMode="auto">
          <a:xfrm>
            <a:off x="719103" y="3412610"/>
            <a:ext cx="7704856" cy="938937"/>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marL="342900" indent="-342900" algn="l" rtl="0" eaLnBrk="0" fontAlgn="base" latinLnBrk="1" hangingPunct="0">
              <a:spcBef>
                <a:spcPct val="20000"/>
              </a:spcBef>
              <a:spcAft>
                <a:spcPct val="0"/>
              </a:spcAft>
              <a:buFont typeface="Arial" charset="0"/>
              <a:buBlip>
                <a:blip r:embed="rId2"/>
              </a:buBlip>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0"/>
            <a:endParaRPr lang="ko-KR" altLang="en-US" sz="2400" dirty="0">
              <a:solidFill>
                <a:schemeClr val="bg1"/>
              </a:solidFill>
            </a:endParaRPr>
          </a:p>
        </p:txBody>
      </p:sp>
      <p:sp>
        <p:nvSpPr>
          <p:cNvPr id="8" name="텍스트 개체 틀 6"/>
          <p:cNvSpPr>
            <a:spLocks noGrp="1"/>
          </p:cNvSpPr>
          <p:nvPr userDrawn="1"/>
        </p:nvSpPr>
        <p:spPr bwMode="auto">
          <a:xfrm>
            <a:off x="719103" y="2348886"/>
            <a:ext cx="7704856" cy="938937"/>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marL="342900" indent="-342900" algn="l" rtl="0" eaLnBrk="0" fontAlgn="base" latinLnBrk="1" hangingPunct="0">
              <a:spcBef>
                <a:spcPct val="20000"/>
              </a:spcBef>
              <a:spcAft>
                <a:spcPct val="0"/>
              </a:spcAft>
              <a:buFont typeface="Arial" charset="0"/>
              <a:buBlip>
                <a:blip r:embed="rId2"/>
              </a:buBlip>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0"/>
            <a:endParaRPr lang="ko-KR" altLang="en-US" sz="2400" dirty="0">
              <a:solidFill>
                <a:schemeClr val="bg1"/>
              </a:solidFill>
            </a:endParaRPr>
          </a:p>
        </p:txBody>
      </p:sp>
      <p:sp>
        <p:nvSpPr>
          <p:cNvPr id="9" name="텍스트 개체 틀 6"/>
          <p:cNvSpPr>
            <a:spLocks noGrp="1"/>
          </p:cNvSpPr>
          <p:nvPr>
            <p:ph type="body" sz="quarter" idx="13"/>
          </p:nvPr>
        </p:nvSpPr>
        <p:spPr>
          <a:xfrm>
            <a:off x="719572" y="3553622"/>
            <a:ext cx="7704856" cy="938937"/>
          </a:xfrm>
        </p:spPr>
        <p:txBody>
          <a:bodyPr anchor="ctr"/>
          <a:lstStyle>
            <a:lvl1pPr marL="0" indent="0" algn="ctr">
              <a:lnSpc>
                <a:spcPct val="100000"/>
              </a:lnSpc>
              <a:buFontTx/>
              <a:buNone/>
              <a:defRPr sz="40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endParaRPr lang="ko-KR" altLang="en-US" dirty="0"/>
          </a:p>
        </p:txBody>
      </p:sp>
      <p:sp>
        <p:nvSpPr>
          <p:cNvPr id="10" name="텍스트 개체 틀 6"/>
          <p:cNvSpPr>
            <a:spLocks noGrp="1"/>
          </p:cNvSpPr>
          <p:nvPr>
            <p:ph type="body" sz="quarter" idx="14" hasCustomPrompt="1"/>
          </p:nvPr>
        </p:nvSpPr>
        <p:spPr>
          <a:xfrm>
            <a:off x="719572" y="2348880"/>
            <a:ext cx="7704856" cy="938937"/>
          </a:xfrm>
        </p:spPr>
        <p:txBody>
          <a:bodyPr anchor="ctr"/>
          <a:lstStyle>
            <a:lvl1pPr marL="0" indent="0" algn="ctr">
              <a:lnSpc>
                <a:spcPct val="100000"/>
              </a:lnSpc>
              <a:buFontTx/>
              <a:buNone/>
              <a:defRPr sz="54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ko-KR" dirty="0"/>
              <a:t>[</a:t>
            </a:r>
            <a:r>
              <a:rPr lang="ko-KR" altLang="en-US" dirty="0"/>
              <a:t>프로젝트</a:t>
            </a:r>
            <a:r>
              <a:rPr lang="en-US" altLang="ko-KR" dirty="0"/>
              <a:t>]</a:t>
            </a:r>
            <a:endParaRPr lang="ko-KR" altLang="en-US" dirty="0"/>
          </a:p>
        </p:txBody>
      </p:sp>
    </p:spTree>
    <p:extLst>
      <p:ext uri="{BB962C8B-B14F-4D97-AF65-F5344CB8AC3E}">
        <p14:creationId xmlns:p14="http://schemas.microsoft.com/office/powerpoint/2010/main" val="341424644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섹션 목차">
    <p:bg>
      <p:bgPr>
        <a:solidFill>
          <a:schemeClr val="bg1"/>
        </a:solidFill>
        <a:effectLst/>
      </p:bgPr>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23C34C3-D349-F6E7-DDEE-9D50B0EA03CB}"/>
              </a:ext>
            </a:extLst>
          </p:cNvPr>
          <p:cNvSpPr/>
          <p:nvPr userDrawn="1"/>
        </p:nvSpPr>
        <p:spPr>
          <a:xfrm>
            <a:off x="0" y="0"/>
            <a:ext cx="9144000" cy="908052"/>
          </a:xfrm>
          <a:prstGeom prst="rect">
            <a:avLst/>
          </a:prstGeom>
          <a:gradFill flip="none" rotWithShape="1">
            <a:gsLst>
              <a:gs pos="0">
                <a:srgbClr val="A82954">
                  <a:tint val="66000"/>
                  <a:satMod val="160000"/>
                </a:srgbClr>
              </a:gs>
              <a:gs pos="50000">
                <a:srgbClr val="A82954">
                  <a:tint val="44500"/>
                  <a:satMod val="160000"/>
                </a:srgbClr>
              </a:gs>
              <a:gs pos="100000">
                <a:srgbClr val="A82954">
                  <a:tint val="23500"/>
                  <a:satMod val="160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p:cNvSpPr>
            <a:spLocks noGrp="1"/>
          </p:cNvSpPr>
          <p:nvPr>
            <p:ph type="title"/>
          </p:nvPr>
        </p:nvSpPr>
        <p:spPr>
          <a:xfrm>
            <a:off x="539553" y="184745"/>
            <a:ext cx="6840760" cy="548680"/>
          </a:xfrm>
        </p:spPr>
        <p:txBody>
          <a:bodyPr/>
          <a:lstStyle>
            <a:lvl1pPr marL="0" indent="0" algn="l">
              <a:buClr>
                <a:srgbClr val="20432D"/>
              </a:buClr>
              <a:buFont typeface="+mj-lt"/>
              <a:buNone/>
              <a:defRPr sz="2400" b="1">
                <a:solidFill>
                  <a:schemeClr val="tx1"/>
                </a:solidFill>
              </a:defRPr>
            </a:lvl1pPr>
          </a:lstStyle>
          <a:p>
            <a:r>
              <a:rPr lang="ko-KR" altLang="en-US" dirty="0"/>
              <a:t>마스터 제목 스타일 편집</a:t>
            </a:r>
          </a:p>
        </p:txBody>
      </p:sp>
      <p:sp>
        <p:nvSpPr>
          <p:cNvPr id="5" name="TextBox 4">
            <a:extLst>
              <a:ext uri="{FF2B5EF4-FFF2-40B4-BE49-F238E27FC236}">
                <a16:creationId xmlns:a16="http://schemas.microsoft.com/office/drawing/2014/main" id="{8D436DD7-B90B-7196-71E2-A95A19AB7D82}"/>
              </a:ext>
            </a:extLst>
          </p:cNvPr>
          <p:cNvSpPr txBox="1"/>
          <p:nvPr userDrawn="1"/>
        </p:nvSpPr>
        <p:spPr>
          <a:xfrm>
            <a:off x="8553698" y="6525344"/>
            <a:ext cx="648072" cy="360040"/>
          </a:xfrm>
          <a:prstGeom prst="rect">
            <a:avLst/>
          </a:prstGeom>
        </p:spPr>
        <p:txBody>
          <a:bodyPr vert="horz" wrap="square" lIns="91440" tIns="45720" rIns="91440" bIns="45720" rtlCol="0" anchor="ctr">
            <a:noAutofit/>
          </a:bodyPr>
          <a:lstStyle/>
          <a:p>
            <a:pPr algn="ctr"/>
            <a:r>
              <a:rPr lang="en-US" altLang="ko-KR" sz="1400" dirty="0">
                <a:solidFill>
                  <a:schemeClr val="bg1">
                    <a:lumMod val="50000"/>
                  </a:schemeClr>
                </a:solidFill>
              </a:rPr>
              <a:t>/ 42</a:t>
            </a:r>
            <a:endParaRPr lang="ko-KR" altLang="en-US" sz="1600" dirty="0">
              <a:solidFill>
                <a:schemeClr val="bg1">
                  <a:lumMod val="50000"/>
                </a:schemeClr>
              </a:solidFill>
            </a:endParaRPr>
          </a:p>
        </p:txBody>
      </p:sp>
      <p:sp>
        <p:nvSpPr>
          <p:cNvPr id="6" name="TextBox 5">
            <a:extLst>
              <a:ext uri="{FF2B5EF4-FFF2-40B4-BE49-F238E27FC236}">
                <a16:creationId xmlns:a16="http://schemas.microsoft.com/office/drawing/2014/main" id="{ACC0A79B-DB93-9CE1-520F-81AACA3926A8}"/>
              </a:ext>
            </a:extLst>
          </p:cNvPr>
          <p:cNvSpPr txBox="1"/>
          <p:nvPr userDrawn="1"/>
        </p:nvSpPr>
        <p:spPr>
          <a:xfrm>
            <a:off x="8244408" y="6525344"/>
            <a:ext cx="648072" cy="360040"/>
          </a:xfrm>
          <a:prstGeom prst="rect">
            <a:avLst/>
          </a:prstGeom>
        </p:spPr>
        <p:txBody>
          <a:bodyPr vert="horz" wrap="square" lIns="91440" tIns="45720" rIns="91440" bIns="45720" rtlCol="0" anchor="ctr">
            <a:noAutofit/>
          </a:bodyPr>
          <a:lstStyle/>
          <a:p>
            <a:pPr algn="ctr"/>
            <a:fld id="{B921D178-B3E2-41DF-B6F9-C73B8CC656FA}" type="slidenum">
              <a:rPr lang="ko-KR" altLang="en-US" sz="1400" smtClean="0">
                <a:solidFill>
                  <a:schemeClr val="bg1">
                    <a:lumMod val="50000"/>
                  </a:schemeClr>
                </a:solidFill>
              </a:rPr>
              <a:pPr algn="ctr"/>
              <a:t>‹#›</a:t>
            </a:fld>
            <a:endParaRPr lang="ko-KR" altLang="en-US" sz="1600" dirty="0">
              <a:solidFill>
                <a:schemeClr val="bg1">
                  <a:lumMod val="50000"/>
                </a:schemeClr>
              </a:solidFill>
            </a:endParaRPr>
          </a:p>
        </p:txBody>
      </p:sp>
      <p:sp>
        <p:nvSpPr>
          <p:cNvPr id="7" name="내용 개체 틀 2">
            <a:extLst>
              <a:ext uri="{FF2B5EF4-FFF2-40B4-BE49-F238E27FC236}">
                <a16:creationId xmlns:a16="http://schemas.microsoft.com/office/drawing/2014/main" id="{44CB8D4D-5FC8-F3A3-704A-351ECCE9B6D2}"/>
              </a:ext>
            </a:extLst>
          </p:cNvPr>
          <p:cNvSpPr>
            <a:spLocks noGrp="1"/>
          </p:cNvSpPr>
          <p:nvPr>
            <p:ph idx="10" hasCustomPrompt="1"/>
          </p:nvPr>
        </p:nvSpPr>
        <p:spPr>
          <a:xfrm>
            <a:off x="539552" y="1196752"/>
            <a:ext cx="8208912" cy="5400600"/>
          </a:xfrm>
        </p:spPr>
        <p:txBody>
          <a:bodyPr/>
          <a:lstStyle>
            <a:lvl1pPr marL="342900" indent="-342900">
              <a:lnSpc>
                <a:spcPct val="150000"/>
              </a:lnSpc>
              <a:spcBef>
                <a:spcPts val="0"/>
              </a:spcBef>
              <a:buClr>
                <a:schemeClr val="accent2">
                  <a:lumMod val="75000"/>
                </a:schemeClr>
              </a:buClr>
              <a:buFont typeface="Wingdings" pitchFamily="2" charset="2"/>
              <a:buChar char="n"/>
              <a:defRPr sz="2400" b="1">
                <a:latin typeface="+mn-ea"/>
                <a:ea typeface="+mn-ea"/>
              </a:defRPr>
            </a:lvl1pPr>
            <a:lvl2pPr marL="447675" indent="-180975">
              <a:lnSpc>
                <a:spcPct val="150000"/>
              </a:lnSpc>
              <a:spcAft>
                <a:spcPts val="400"/>
              </a:spcAft>
              <a:buClr>
                <a:schemeClr val="bg1">
                  <a:lumMod val="50000"/>
                </a:schemeClr>
              </a:buClr>
              <a:buFont typeface="Wingdings" pitchFamily="2" charset="2"/>
              <a:buChar char="§"/>
              <a:defRPr sz="2000"/>
            </a:lvl2pPr>
            <a:lvl3pPr marL="628650" indent="-180975">
              <a:lnSpc>
                <a:spcPct val="150000"/>
              </a:lnSpc>
              <a:spcAft>
                <a:spcPts val="300"/>
              </a:spcAft>
              <a:buClr>
                <a:schemeClr val="bg1">
                  <a:lumMod val="50000"/>
                </a:schemeClr>
              </a:buClr>
              <a:buFont typeface="Arial" pitchFamily="34" charset="0"/>
              <a:buChar char="•"/>
              <a:defRPr sz="1600"/>
            </a:lvl3pPr>
            <a:lvl4pPr marL="809625" indent="-180975">
              <a:lnSpc>
                <a:spcPct val="150000"/>
              </a:lnSpc>
              <a:spcAft>
                <a:spcPts val="300"/>
              </a:spcAft>
              <a:buSzPct val="96000"/>
              <a:defRPr sz="1600"/>
            </a:lvl4pPr>
            <a:lvl5pPr marL="990600" indent="-180975">
              <a:lnSpc>
                <a:spcPct val="150000"/>
              </a:lnSpc>
              <a:defRPr sz="160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406479869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끝">
    <p:spTree>
      <p:nvGrpSpPr>
        <p:cNvPr id="1" name=""/>
        <p:cNvGrpSpPr/>
        <p:nvPr/>
      </p:nvGrpSpPr>
      <p:grpSpPr>
        <a:xfrm>
          <a:off x="0" y="0"/>
          <a:ext cx="0" cy="0"/>
          <a:chOff x="0" y="0"/>
          <a:chExt cx="0" cy="0"/>
        </a:xfrm>
      </p:grpSpPr>
      <p:sp>
        <p:nvSpPr>
          <p:cNvPr id="8" name="직사각형 6"/>
          <p:cNvSpPr/>
          <p:nvPr userDrawn="1"/>
        </p:nvSpPr>
        <p:spPr>
          <a:xfrm>
            <a:off x="-1" y="6165304"/>
            <a:ext cx="9144001" cy="692696"/>
          </a:xfrm>
          <a:prstGeom prst="rect">
            <a:avLst/>
          </a:prstGeom>
          <a:solidFill>
            <a:srgbClr val="A8295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sp>
        <p:nvSpPr>
          <p:cNvPr id="15" name="직사각형 10"/>
          <p:cNvSpPr/>
          <p:nvPr userDrawn="1"/>
        </p:nvSpPr>
        <p:spPr>
          <a:xfrm>
            <a:off x="0" y="6092750"/>
            <a:ext cx="9144000" cy="7255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pic>
        <p:nvPicPr>
          <p:cNvPr id="12" name="Picture 4" descr="C:\Users\김현용\Desktop\제호.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19500" y="5594287"/>
            <a:ext cx="1905001" cy="317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a:spLocks noChangeArrowheads="1"/>
          </p:cNvSpPr>
          <p:nvPr userDrawn="1"/>
        </p:nvSpPr>
        <p:spPr bwMode="auto">
          <a:xfrm>
            <a:off x="3084944" y="6309320"/>
            <a:ext cx="283282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charset="0"/>
                <a:cs typeface="Arial" charset="0"/>
              </a:defRPr>
            </a:lvl1pPr>
            <a:lvl2pPr marL="742950" indent="-285750" eaLnBrk="0" hangingPunct="0">
              <a:defRPr sz="2000">
                <a:solidFill>
                  <a:schemeClr val="tx1"/>
                </a:solidFill>
                <a:latin typeface="Arial" charset="0"/>
                <a:cs typeface="Arial" charset="0"/>
              </a:defRPr>
            </a:lvl2pPr>
            <a:lvl3pPr marL="1143000" indent="-228600" eaLnBrk="0" hangingPunct="0">
              <a:defRPr sz="2000">
                <a:solidFill>
                  <a:schemeClr val="tx1"/>
                </a:solidFill>
                <a:latin typeface="Arial" charset="0"/>
                <a:cs typeface="Arial" charset="0"/>
              </a:defRPr>
            </a:lvl3pPr>
            <a:lvl4pPr marL="1600200" indent="-228600" eaLnBrk="0" hangingPunct="0">
              <a:defRPr sz="2000">
                <a:solidFill>
                  <a:schemeClr val="tx1"/>
                </a:solidFill>
                <a:latin typeface="Arial" charset="0"/>
                <a:cs typeface="Arial" charset="0"/>
              </a:defRPr>
            </a:lvl4pPr>
            <a:lvl5pPr marL="2057400" indent="-228600" eaLnBrk="0" hangingPunct="0">
              <a:defRPr sz="2000">
                <a:solidFill>
                  <a:schemeClr val="tx1"/>
                </a:solidFill>
                <a:latin typeface="Arial" charset="0"/>
                <a:cs typeface="Arial" charset="0"/>
              </a:defRPr>
            </a:lvl5pPr>
            <a:lvl6pPr marL="2514600" indent="-228600" eaLnBrk="0" fontAlgn="base" hangingPunct="0">
              <a:spcBef>
                <a:spcPct val="0"/>
              </a:spcBef>
              <a:spcAft>
                <a:spcPct val="0"/>
              </a:spcAft>
              <a:defRPr sz="2000">
                <a:solidFill>
                  <a:schemeClr val="tx1"/>
                </a:solidFill>
                <a:latin typeface="Arial" charset="0"/>
                <a:cs typeface="Arial" charset="0"/>
              </a:defRPr>
            </a:lvl6pPr>
            <a:lvl7pPr marL="2971800" indent="-228600" eaLnBrk="0" fontAlgn="base" hangingPunct="0">
              <a:spcBef>
                <a:spcPct val="0"/>
              </a:spcBef>
              <a:spcAft>
                <a:spcPct val="0"/>
              </a:spcAft>
              <a:defRPr sz="2000">
                <a:solidFill>
                  <a:schemeClr val="tx1"/>
                </a:solidFill>
                <a:latin typeface="Arial" charset="0"/>
                <a:cs typeface="Arial" charset="0"/>
              </a:defRPr>
            </a:lvl7pPr>
            <a:lvl8pPr marL="3429000" indent="-228600" eaLnBrk="0" fontAlgn="base" hangingPunct="0">
              <a:spcBef>
                <a:spcPct val="0"/>
              </a:spcBef>
              <a:spcAft>
                <a:spcPct val="0"/>
              </a:spcAft>
              <a:defRPr sz="2000">
                <a:solidFill>
                  <a:schemeClr val="tx1"/>
                </a:solidFill>
                <a:latin typeface="Arial" charset="0"/>
                <a:cs typeface="Arial" charset="0"/>
              </a:defRPr>
            </a:lvl8pPr>
            <a:lvl9pPr marL="3886200" indent="-228600" eaLnBrk="0" fontAlgn="base" hangingPunct="0">
              <a:spcBef>
                <a:spcPct val="0"/>
              </a:spcBef>
              <a:spcAft>
                <a:spcPct val="0"/>
              </a:spcAft>
              <a:defRPr sz="2000">
                <a:solidFill>
                  <a:schemeClr val="tx1"/>
                </a:solidFill>
                <a:latin typeface="Arial" charset="0"/>
                <a:cs typeface="Arial" charset="0"/>
              </a:defRPr>
            </a:lvl9pPr>
          </a:lstStyle>
          <a:p>
            <a:pPr algn="ctr" eaLnBrk="1" hangingPunct="1">
              <a:defRPr/>
            </a:pPr>
            <a:r>
              <a:rPr lang="en-US" altLang="ko-KR" sz="1100" b="1" dirty="0">
                <a:solidFill>
                  <a:schemeClr val="bg1"/>
                </a:solidFill>
                <a:latin typeface="Adobe Kaiti Std R" panose="02020400000000000000" pitchFamily="18" charset="-128"/>
                <a:ea typeface="Adobe Kaiti Std R" panose="02020400000000000000" pitchFamily="18" charset="-128"/>
              </a:rPr>
              <a:t>Copyright© 2025 Hanbit Academy, Inc.</a:t>
            </a:r>
          </a:p>
          <a:p>
            <a:pPr algn="ctr" eaLnBrk="1" hangingPunct="1">
              <a:defRPr/>
            </a:pPr>
            <a:r>
              <a:rPr lang="en-US" altLang="ko-KR" sz="1100" b="1" dirty="0">
                <a:solidFill>
                  <a:schemeClr val="bg1"/>
                </a:solidFill>
                <a:latin typeface="Adobe Kaiti Std R" panose="02020400000000000000" pitchFamily="18" charset="-128"/>
                <a:ea typeface="Adobe Kaiti Std R" panose="02020400000000000000" pitchFamily="18" charset="-128"/>
              </a:rPr>
              <a:t>All rights reserved.</a:t>
            </a:r>
            <a:endParaRPr lang="ko-KR" altLang="ko-KR" sz="1100" b="1" dirty="0">
              <a:solidFill>
                <a:schemeClr val="bg1"/>
              </a:solidFill>
              <a:latin typeface="Adobe Kaiti Std R" panose="02020400000000000000" pitchFamily="18" charset="-128"/>
              <a:ea typeface="굴림" charset="-127"/>
            </a:endParaRPr>
          </a:p>
        </p:txBody>
      </p:sp>
      <p:sp>
        <p:nvSpPr>
          <p:cNvPr id="3" name="TextBox 2">
            <a:extLst>
              <a:ext uri="{FF2B5EF4-FFF2-40B4-BE49-F238E27FC236}">
                <a16:creationId xmlns:a16="http://schemas.microsoft.com/office/drawing/2014/main" id="{994CDC91-9F98-FB6C-6028-420633C379A5}"/>
              </a:ext>
            </a:extLst>
          </p:cNvPr>
          <p:cNvSpPr txBox="1">
            <a:spLocks noChangeArrowheads="1"/>
          </p:cNvSpPr>
          <p:nvPr userDrawn="1"/>
        </p:nvSpPr>
        <p:spPr bwMode="auto">
          <a:xfrm>
            <a:off x="0" y="2372570"/>
            <a:ext cx="9144001" cy="105643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0" lvl="0" indent="0" algn="ctr" eaLnBrk="0" hangingPunct="0">
              <a:lnSpc>
                <a:spcPct val="100000"/>
              </a:lnSpc>
              <a:spcBef>
                <a:spcPct val="20000"/>
              </a:spcBef>
              <a:buFontTx/>
              <a:buNone/>
              <a:defRPr sz="5400" b="1">
                <a:solidFill>
                  <a:srgbClr val="A82954"/>
                </a:solidFill>
                <a:latin typeface="+mn-lt"/>
                <a:ea typeface="+mn-ea"/>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lvl="0"/>
            <a:r>
              <a:rPr lang="en-US" altLang="ko-KR" dirty="0"/>
              <a:t>Thank you!</a:t>
            </a:r>
            <a:endParaRPr lang="ko-KR" altLang="en-US" dirty="0"/>
          </a:p>
        </p:txBody>
      </p:sp>
    </p:spTree>
    <p:extLst>
      <p:ext uri="{BB962C8B-B14F-4D97-AF65-F5344CB8AC3E}">
        <p14:creationId xmlns:p14="http://schemas.microsoft.com/office/powerpoint/2010/main" val="3877532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theme" Target="../theme/theme1.xml"  /><Relationship Id="rId12" Type="http://schemas.openxmlformats.org/officeDocument/2006/relationships/image" Target="../media/image2.png"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제목 개체 틀 1"/>
          <p:cNvSpPr>
            <a:spLocks noGrp="1"/>
          </p:cNvSpPr>
          <p:nvPr>
            <p:ph type="title"/>
          </p:nvPr>
        </p:nvSpPr>
        <p:spPr bwMode="auto">
          <a:xfrm>
            <a:off x="251520" y="274638"/>
            <a:ext cx="8712968"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p:cNvSpPr>
            <a:spLocks noGrp="1"/>
          </p:cNvSpPr>
          <p:nvPr>
            <p:ph type="body" idx="1"/>
          </p:nvPr>
        </p:nvSpPr>
        <p:spPr bwMode="auto">
          <a:xfrm>
            <a:off x="251520" y="1600200"/>
            <a:ext cx="8712968" cy="485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날짜 개체 틀 3"/>
          <p:cNvSpPr>
            <a:spLocks noGrp="1"/>
          </p:cNvSpPr>
          <p:nvPr>
            <p:ph type="dt" sz="half" idx="2"/>
          </p:nvPr>
        </p:nvSpPr>
        <p:spPr>
          <a:xfrm>
            <a:off x="457200" y="6534869"/>
            <a:ext cx="2133600" cy="253281"/>
          </a:xfrm>
          <a:prstGeom prst="rect">
            <a:avLst/>
          </a:prstGeom>
        </p:spPr>
        <p:txBody>
          <a:bodyPr/>
          <a:lstStyle>
            <a:lvl1pPr>
              <a:defRPr sz="1000"/>
            </a:lvl1pPr>
          </a:lstStyle>
          <a:p>
            <a:pPr>
              <a:defRPr/>
            </a:pPr>
            <a:fld id="{3C4A7B72-6AE8-49C2-8F32-E8A725FD610D}" type="datetimeFigureOut">
              <a:rPr lang="ko-KR" altLang="en-US" smtClean="0"/>
              <a:pPr>
                <a:defRPr/>
              </a:pPr>
              <a:t>2026-03-05</a:t>
            </a:fld>
            <a:endParaRPr lang="ko-KR" altLang="en-US" dirty="0"/>
          </a:p>
        </p:txBody>
      </p:sp>
      <p:sp>
        <p:nvSpPr>
          <p:cNvPr id="8" name="바닥글 개체 틀 4"/>
          <p:cNvSpPr>
            <a:spLocks noGrp="1"/>
          </p:cNvSpPr>
          <p:nvPr>
            <p:ph type="ftr" sz="quarter" idx="3"/>
          </p:nvPr>
        </p:nvSpPr>
        <p:spPr>
          <a:xfrm>
            <a:off x="3124200" y="6525344"/>
            <a:ext cx="2895600" cy="253281"/>
          </a:xfrm>
          <a:prstGeom prst="rect">
            <a:avLst/>
          </a:prstGeom>
        </p:spPr>
        <p:txBody>
          <a:bodyPr/>
          <a:lstStyle>
            <a:lvl1pPr>
              <a:defRPr sz="1000"/>
            </a:lvl1pPr>
          </a:lstStyle>
          <a:p>
            <a:pPr>
              <a:defRPr/>
            </a:pPr>
            <a:endParaRPr lang="ko-KR" altLang="en-US" dirty="0"/>
          </a:p>
        </p:txBody>
      </p:sp>
      <p:sp>
        <p:nvSpPr>
          <p:cNvPr id="9" name="슬라이드 번호 개체 틀 5"/>
          <p:cNvSpPr>
            <a:spLocks noGrp="1"/>
          </p:cNvSpPr>
          <p:nvPr>
            <p:ph type="sldNum" sz="quarter" idx="4"/>
          </p:nvPr>
        </p:nvSpPr>
        <p:spPr>
          <a:xfrm>
            <a:off x="6553200" y="6515819"/>
            <a:ext cx="2133600" cy="253281"/>
          </a:xfrm>
          <a:prstGeom prst="rect">
            <a:avLst/>
          </a:prstGeom>
        </p:spPr>
        <p:txBody>
          <a:bodyPr/>
          <a:lstStyle>
            <a:lvl1pPr>
              <a:defRPr sz="1000"/>
            </a:lvl1pPr>
          </a:lstStyle>
          <a:p>
            <a:pPr>
              <a:defRPr/>
            </a:pPr>
            <a:fld id="{52DD98C4-AD35-4759-9571-E1AA62A00DA9}" type="slidenum">
              <a:rPr lang="ko-KR" altLang="en-US" smtClean="0"/>
              <a:pPr>
                <a:defRPr/>
              </a:pPr>
              <a:t>‹#›</a:t>
            </a:fld>
            <a:endParaRPr lang="ko-KR" altLang="en-US" dirty="0"/>
          </a:p>
        </p:txBody>
      </p:sp>
    </p:spTree>
  </p:cSld>
  <p:clrMap bg1="lt1" tx1="dk1" bg2="lt2" tx2="dk2" accent1="accent1" accent2="accent2" accent3="accent3" accent4="accent4" accent5="accent5" accent6="accent6" hlink="hlink" folHlink="folHlink"/>
  <p:sldLayoutIdLst>
    <p:sldLayoutId id="2147483687" r:id="rId1"/>
    <p:sldLayoutId id="2147483679" r:id="rId2"/>
    <p:sldLayoutId id="2147483680" r:id="rId3"/>
    <p:sldLayoutId id="2147483690" r:id="rId4"/>
    <p:sldLayoutId id="2147483686" r:id="rId5"/>
    <p:sldLayoutId id="2147483693" r:id="rId6"/>
    <p:sldLayoutId id="2147483694" r:id="rId7"/>
    <p:sldLayoutId id="2147483691" r:id="rId8"/>
    <p:sldLayoutId id="2147483692" r:id="rId9"/>
    <p:sldLayoutId id="2147483688" r:id="rId10"/>
  </p:sldLayoutIdLst>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charset="0"/>
        <a:buBlip>
          <a:blip r:embed="rId12"/>
        </a:buBlip>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4.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5.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8.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0.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1.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2.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3.jpe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4.png"  /><Relationship Id="rId3" Type="http://schemas.openxmlformats.org/officeDocument/2006/relationships/image" Target="../media/image15.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diagramData" Target="../diagrams/data1.xml"  /><Relationship Id="rId3" Type="http://schemas.openxmlformats.org/officeDocument/2006/relationships/diagramLayout" Target="../diagrams/layout1.xml"  /><Relationship Id="rId4" Type="http://schemas.openxmlformats.org/officeDocument/2006/relationships/diagramQuickStyle" Target="../diagrams/quickStyle1.xml"  /><Relationship Id="rId5" Type="http://schemas.openxmlformats.org/officeDocument/2006/relationships/diagramColors" Target="../diagrams/colors1.xml"  /><Relationship Id="rId6" Type="http://schemas.microsoft.com/office/2007/relationships/diagramDrawing" Target="../diagrams/drawing1.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16.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7.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18.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19.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0.jpeg"  /><Relationship Id="rId3" Type="http://schemas.openxmlformats.org/officeDocument/2006/relationships/image" Target="../media/image21.jpe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xml"  /><Relationship Id="rId3" Type="http://schemas.openxmlformats.org/officeDocument/2006/relationships/image" Target="../media/image22.pn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3.png"  /><Relationship Id="rId3" Type="http://schemas.openxmlformats.org/officeDocument/2006/relationships/image" Target="../media/image24.sv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25.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6.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AB2A9D-6FB1-AE76-15AE-CA666901FA44}"/>
              </a:ext>
            </a:extLst>
          </p:cNvPr>
          <p:cNvSpPr txBox="1"/>
          <p:nvPr/>
        </p:nvSpPr>
        <p:spPr>
          <a:xfrm>
            <a:off x="323528" y="1916832"/>
            <a:ext cx="4896544" cy="1224136"/>
          </a:xfrm>
          <a:prstGeom prst="rect">
            <a:avLst/>
          </a:prstGeom>
        </p:spPr>
        <p:txBody>
          <a:bodyPr vert="horz" wrap="square" lIns="91440" tIns="45720" rIns="91440" bIns="45720" rtlCol="0" anchor="ctr">
            <a:noAutofit/>
          </a:bodyPr>
          <a:lstStyle/>
          <a:p>
            <a:r>
              <a:rPr lang="ko-KR" altLang="en-US" sz="7200" b="1" dirty="0">
                <a:latin typeface="Amasis MT Pro Black" panose="02040A04050005020304" pitchFamily="18" charset="0"/>
              </a:rPr>
              <a:t>유닉스와 리눅스</a:t>
            </a:r>
            <a:endParaRPr lang="en-US" sz="7200" b="1" dirty="0">
              <a:latin typeface="Amasis MT Pro Black" panose="02040A040500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29E6604-E772-8023-638B-6BC88E130F3D}"/>
              </a:ext>
            </a:extLst>
          </p:cNvPr>
          <p:cNvSpPr>
            <a:spLocks noGrp="1"/>
          </p:cNvSpPr>
          <p:nvPr>
            <p:ph type="body" sz="quarter" idx="13"/>
          </p:nvPr>
        </p:nvSpPr>
        <p:spPr>
          <a:xfrm>
            <a:off x="764493" y="1376772"/>
            <a:ext cx="7615014" cy="4104456"/>
          </a:xfrm>
        </p:spPr>
        <p:txBody>
          <a:bodyPr/>
          <a:lstStyle/>
          <a:p>
            <a:pPr marL="457200" indent="-457200">
              <a:lnSpc>
                <a:spcPct val="150000"/>
              </a:lnSpc>
              <a:buFont typeface="+mj-lt"/>
              <a:buAutoNum type="arabicPeriod"/>
            </a:pPr>
            <a:r>
              <a:rPr lang="ko-KR" altLang="en-US" sz="2400" b="0" dirty="0">
                <a:latin typeface="+mj-ea"/>
                <a:ea typeface="+mj-ea"/>
              </a:rPr>
              <a:t>유닉스와 리눅스</a:t>
            </a:r>
            <a:endParaRPr lang="en-US" altLang="ko-KR" sz="2400" b="0" dirty="0">
              <a:latin typeface="+mj-ea"/>
              <a:ea typeface="+mj-ea"/>
            </a:endParaRPr>
          </a:p>
          <a:p>
            <a:r>
              <a:rPr lang="ko-KR" altLang="en-US" sz="2400" b="0" dirty="0">
                <a:latin typeface="+mj-ea"/>
              </a:rPr>
              <a:t>운영체제 개요</a:t>
            </a:r>
            <a:endParaRPr lang="ko-KR" altLang="en-US" sz="2400" b="0" dirty="0">
              <a:latin typeface="+mj-ea"/>
              <a:ea typeface="+mj-ea"/>
            </a:endParaRPr>
          </a:p>
          <a:p>
            <a:pPr marL="457200" indent="-457200">
              <a:lnSpc>
                <a:spcPct val="150000"/>
              </a:lnSpc>
              <a:buFont typeface="+mj-lt"/>
              <a:buAutoNum type="arabicPeriod"/>
            </a:pPr>
            <a:r>
              <a:rPr lang="ko-KR" altLang="en-US" sz="2400" b="0" dirty="0">
                <a:latin typeface="+mj-ea"/>
                <a:ea typeface="+mj-ea"/>
              </a:rPr>
              <a:t>리눅스의 특징과 구조</a:t>
            </a:r>
          </a:p>
          <a:p>
            <a:pPr marL="457200" indent="-457200">
              <a:lnSpc>
                <a:spcPct val="150000"/>
              </a:lnSpc>
              <a:buFont typeface="+mj-lt"/>
              <a:buAutoNum type="arabicPeriod"/>
            </a:pPr>
            <a:r>
              <a:rPr lang="ko-KR" altLang="en-US" sz="2400" b="0" dirty="0">
                <a:latin typeface="+mj-ea"/>
                <a:ea typeface="+mj-ea"/>
              </a:rPr>
              <a:t>리눅스의 </a:t>
            </a:r>
            <a:r>
              <a:rPr lang="ko-KR" altLang="en-US" sz="2400" b="0" dirty="0" err="1">
                <a:latin typeface="+mj-ea"/>
                <a:ea typeface="+mj-ea"/>
              </a:rPr>
              <a:t>배포판</a:t>
            </a:r>
            <a:endParaRPr lang="ko-KR" altLang="en-US" sz="2400" b="0" dirty="0">
              <a:latin typeface="+mj-ea"/>
              <a:ea typeface="+mj-ea"/>
            </a:endParaRPr>
          </a:p>
          <a:p>
            <a:pPr marL="457200" indent="-457200">
              <a:lnSpc>
                <a:spcPct val="150000"/>
              </a:lnSpc>
              <a:buFont typeface="+mj-lt"/>
              <a:buAutoNum type="arabicPeriod"/>
            </a:pPr>
            <a:r>
              <a:rPr lang="ko-KR" altLang="en-US" sz="2400" b="0" dirty="0">
                <a:latin typeface="+mj-ea"/>
                <a:ea typeface="+mj-ea"/>
              </a:rPr>
              <a:t>리눅스 실습환경 구축</a:t>
            </a:r>
            <a:endParaRPr lang="ko-KR" altLang="en-US" sz="2400" b="0" dirty="0"/>
          </a:p>
        </p:txBody>
      </p:sp>
    </p:spTree>
    <p:extLst>
      <p:ext uri="{BB962C8B-B14F-4D97-AF65-F5344CB8AC3E}">
        <p14:creationId xmlns:p14="http://schemas.microsoft.com/office/powerpoint/2010/main" val="2454594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5C6E49C3-46B8-F62E-792A-7834BA3255BF}"/>
              </a:ext>
            </a:extLst>
          </p:cNvPr>
          <p:cNvSpPr>
            <a:spLocks noGrp="1"/>
          </p:cNvSpPr>
          <p:nvPr>
            <p:ph type="body" sz="quarter" idx="13"/>
          </p:nvPr>
        </p:nvSpPr>
        <p:spPr/>
        <p:txBody>
          <a:bodyPr/>
          <a:lstStyle/>
          <a:p>
            <a:pPr>
              <a:lnSpc>
                <a:spcPct val="150000"/>
              </a:lnSpc>
            </a:pPr>
            <a:r>
              <a:rPr lang="ko-KR" altLang="en-US" b="0" dirty="0"/>
              <a:t>유닉스의 시작과 발전 과정을 이해하고 설명할 수 있다</a:t>
            </a:r>
            <a:r>
              <a:rPr lang="en-US" altLang="ko-KR" b="0" dirty="0"/>
              <a:t>.</a:t>
            </a:r>
          </a:p>
          <a:p>
            <a:r>
              <a:rPr lang="ko-KR" altLang="en-US" b="0" dirty="0"/>
              <a:t>운영체제의 역할과 구성 요소가 무엇인지 설명할 수 있다</a:t>
            </a:r>
            <a:r>
              <a:rPr lang="en-US" altLang="ko-KR" b="0" dirty="0"/>
              <a:t>.</a:t>
            </a:r>
          </a:p>
          <a:p>
            <a:pPr>
              <a:lnSpc>
                <a:spcPct val="150000"/>
              </a:lnSpc>
            </a:pPr>
            <a:r>
              <a:rPr lang="ko-KR" altLang="en-US" b="0" dirty="0"/>
              <a:t>리눅스의 탄생과 발전 과정을 설명할 수 있다</a:t>
            </a:r>
            <a:r>
              <a:rPr lang="en-US" altLang="ko-KR" b="0" dirty="0"/>
              <a:t>.</a:t>
            </a:r>
          </a:p>
          <a:p>
            <a:pPr>
              <a:lnSpc>
                <a:spcPct val="150000"/>
              </a:lnSpc>
            </a:pPr>
            <a:r>
              <a:rPr lang="en-US" altLang="ko-KR" b="0" dirty="0"/>
              <a:t>GNU </a:t>
            </a:r>
            <a:r>
              <a:rPr lang="ko-KR" altLang="en-US" b="0" dirty="0"/>
              <a:t>프로젝트</a:t>
            </a:r>
            <a:r>
              <a:rPr lang="en-US" altLang="ko-KR" b="0" dirty="0"/>
              <a:t>, </a:t>
            </a:r>
            <a:r>
              <a:rPr lang="ko-KR" altLang="en-US" b="0" dirty="0"/>
              <a:t>리눅스 배포판이 무엇인지 이해하고 설명할 수 있다</a:t>
            </a:r>
            <a:r>
              <a:rPr lang="en-US" altLang="ko-KR" b="0" dirty="0"/>
              <a:t>.</a:t>
            </a:r>
          </a:p>
        </p:txBody>
      </p:sp>
    </p:spTree>
    <p:extLst>
      <p:ext uri="{BB962C8B-B14F-4D97-AF65-F5344CB8AC3E}">
        <p14:creationId xmlns:p14="http://schemas.microsoft.com/office/powerpoint/2010/main" val="544020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75EF-92B5-AA8B-48C6-FF99D0B738C7}"/>
            </a:ext>
          </a:extLst>
        </p:cNvPr>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18AAA77D-1F8D-A7D4-8EC6-885CE1BB1789}"/>
              </a:ext>
            </a:extLst>
          </p:cNvPr>
          <p:cNvSpPr>
            <a:spLocks noGrp="1"/>
          </p:cNvSpPr>
          <p:nvPr>
            <p:ph type="body" sz="quarter" idx="13"/>
          </p:nvPr>
        </p:nvSpPr>
        <p:spPr/>
        <p:txBody>
          <a:bodyPr/>
          <a:lstStyle/>
          <a:p>
            <a:r>
              <a:rPr lang="ko-KR" altLang="en-US" sz="4400" dirty="0"/>
              <a:t>유닉스와 리눅스</a:t>
            </a:r>
          </a:p>
        </p:txBody>
      </p:sp>
      <p:sp>
        <p:nvSpPr>
          <p:cNvPr id="4" name="텍스트 개체 틀 3">
            <a:extLst>
              <a:ext uri="{FF2B5EF4-FFF2-40B4-BE49-F238E27FC236}">
                <a16:creationId xmlns:a16="http://schemas.microsoft.com/office/drawing/2014/main" id="{36504519-6B86-C6E7-AFCB-3309CDC3F8BF}"/>
              </a:ext>
            </a:extLst>
          </p:cNvPr>
          <p:cNvSpPr>
            <a:spLocks noGrp="1"/>
          </p:cNvSpPr>
          <p:nvPr>
            <p:ph type="body" sz="quarter" idx="14"/>
          </p:nvPr>
        </p:nvSpPr>
        <p:spPr/>
        <p:txBody>
          <a:bodyPr/>
          <a:lstStyle/>
          <a:p>
            <a:r>
              <a:rPr lang="en-US" altLang="ko-KR" dirty="0"/>
              <a:t>Section 01</a:t>
            </a:r>
            <a:endParaRPr lang="ko-KR" altLang="en-US" dirty="0"/>
          </a:p>
        </p:txBody>
      </p:sp>
    </p:spTree>
    <p:extLst>
      <p:ext uri="{BB962C8B-B14F-4D97-AF65-F5344CB8AC3E}">
        <p14:creationId xmlns:p14="http://schemas.microsoft.com/office/powerpoint/2010/main" val="3715193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6CDE-0089-DF71-0E78-218C85D66AF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1B82746-F8C4-F88C-92AF-095C164FDAA9}"/>
              </a:ext>
            </a:extLst>
          </p:cNvPr>
          <p:cNvSpPr>
            <a:spLocks noGrp="1"/>
          </p:cNvSpPr>
          <p:nvPr>
            <p:ph type="title"/>
          </p:nvPr>
        </p:nvSpPr>
        <p:spPr>
          <a:xfrm>
            <a:off x="539552" y="184745"/>
            <a:ext cx="6840760" cy="548680"/>
          </a:xfrm>
        </p:spPr>
        <p:txBody>
          <a:bodyPr vert="horz" wrap="square" lIns="91440" tIns="45720" rIns="91440" bIns="45720" numCol="1" anchor="ctr" anchorCtr="0" compatLnSpc="1">
            <a:prstTxWarp prst="textNoShape">
              <a:avLst/>
            </a:prstTxWarp>
            <a:normAutofit/>
          </a:bodyPr>
          <a:lstStyle/>
          <a:p>
            <a:r>
              <a:rPr lang="ko-KR" altLang="en-US" b="1" kern="1200">
                <a:latin typeface="HY헤드라인M" panose="02030600000101010101" pitchFamily="18" charset="-127"/>
                <a:ea typeface="HY헤드라인M" panose="02030600000101010101" pitchFamily="18" charset="-127"/>
                <a:cs typeface="+mj-cs"/>
              </a:rPr>
              <a:t>01 유닉스와 리눅스</a:t>
            </a:r>
          </a:p>
        </p:txBody>
      </p:sp>
      <p:sp>
        <p:nvSpPr>
          <p:cNvPr id="4" name="TextBox 3">
            <a:extLst>
              <a:ext uri="{FF2B5EF4-FFF2-40B4-BE49-F238E27FC236}">
                <a16:creationId xmlns:a16="http://schemas.microsoft.com/office/drawing/2014/main" id="{3D8AD097-3809-13BF-832D-EBA1925FEDA5}"/>
              </a:ext>
            </a:extLst>
          </p:cNvPr>
          <p:cNvSpPr txBox="1"/>
          <p:nvPr/>
        </p:nvSpPr>
        <p:spPr bwMode="auto">
          <a:xfrm>
            <a:off x="394545" y="1272655"/>
            <a:ext cx="4515030" cy="54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eaLnBrk="0" latinLnBrk="0" hangingPunct="0">
              <a:lnSpc>
                <a:spcPts val="2500"/>
              </a:lnSpc>
              <a:spcBef>
                <a:spcPts val="0"/>
              </a:spcBef>
              <a:spcAft>
                <a:spcPts val="600"/>
              </a:spcAft>
              <a:buClr>
                <a:schemeClr val="accent2">
                  <a:lumMod val="75000"/>
                </a:schemeClr>
              </a:buClr>
            </a:pPr>
            <a:r>
              <a:rPr lang="ko-KR" altLang="en-US" sz="2200" b="1" i="0" dirty="0">
                <a:solidFill>
                  <a:srgbClr val="A82954"/>
                </a:solidFill>
                <a:effectLst/>
                <a:ea typeface="+mn-ea"/>
              </a:rPr>
              <a:t>운영체제의 등장: 멀틱스</a:t>
            </a:r>
          </a:p>
          <a:p>
            <a:pPr marL="342900" indent="-342900" eaLnBrk="0" latinLnBrk="0" hangingPunct="0">
              <a:lnSpc>
                <a:spcPts val="2500"/>
              </a:lnSpc>
              <a:spcBef>
                <a:spcPts val="0"/>
              </a:spcBef>
              <a:spcAft>
                <a:spcPts val="600"/>
              </a:spcAft>
              <a:buClr>
                <a:schemeClr val="accent2">
                  <a:lumMod val="75000"/>
                </a:schemeClr>
              </a:buClr>
              <a:buFont typeface="Wingdings" pitchFamily="2" charset="2"/>
              <a:buChar char="n"/>
            </a:pPr>
            <a:endParaRPr lang="ko-KR" altLang="en-US" sz="1300" b="1" i="0" dirty="0">
              <a:solidFill>
                <a:srgbClr val="A82954"/>
              </a:solidFill>
              <a:effectLst/>
              <a:ea typeface="+mn-ea"/>
            </a:endParaRPr>
          </a:p>
          <a:p>
            <a:pPr eaLnBrk="0" latinLnBrk="0" hangingPunct="0">
              <a:lnSpc>
                <a:spcPts val="2500"/>
              </a:lnSpc>
              <a:spcBef>
                <a:spcPts val="0"/>
              </a:spcBef>
              <a:spcAft>
                <a:spcPts val="600"/>
              </a:spcAft>
              <a:buClr>
                <a:schemeClr val="accent2">
                  <a:lumMod val="75000"/>
                </a:schemeClr>
              </a:buClr>
            </a:pPr>
            <a:r>
              <a:rPr lang="ko-KR" altLang="en-US" sz="1400" b="1" i="0" dirty="0">
                <a:effectLst/>
                <a:ea typeface="+mn-ea"/>
              </a:rPr>
              <a:t>운영체제의 시초라고 불리는 “멀틱스(Multics)”의 역사는 1960년대 말로 거슬러 올라간다. 그 당시 세계 최대규모의 회사였던 General Electric (GE)와 거대 통신 기업 AT&amp;T 산하의 벨 연구소, 그리고 공대의 끝판왕 MIT(Massachusetts Institute of Technology)는 합심하여 공동 프로젝트를 시작한다. 멀티유저를 지원하는 시분할 운영체제를 개발하는 것을 목표로 하였는데, 컴퓨터 한대를 여러 사용자가 공유하여 사용하는 환경에서, 컴퓨터가 여러 사용자에게서 전달되는 작업을 동시에 처리할 수 있는 시스템을 개발하려 한 것이다.</a:t>
            </a:r>
          </a:p>
        </p:txBody>
      </p:sp>
      <p:pic>
        <p:nvPicPr>
          <p:cNvPr id="6" name="Picture 5">
            <a:extLst>
              <a:ext uri="{FF2B5EF4-FFF2-40B4-BE49-F238E27FC236}">
                <a16:creationId xmlns:a16="http://schemas.microsoft.com/office/drawing/2014/main" id="{75A5BC87-587B-0E47-4456-35725055578C}"/>
              </a:ext>
            </a:extLst>
          </p:cNvPr>
          <p:cNvPicPr>
            <a:picLocks noChangeAspect="1"/>
          </p:cNvPicPr>
          <p:nvPr/>
        </p:nvPicPr>
        <p:blipFill>
          <a:blip r:embed="rId2"/>
          <a:stretch>
            <a:fillRect/>
          </a:stretch>
        </p:blipFill>
        <p:spPr>
          <a:xfrm>
            <a:off x="5054582" y="2996952"/>
            <a:ext cx="3693881" cy="2142450"/>
          </a:xfrm>
          <a:prstGeom prst="rect">
            <a:avLst/>
          </a:prstGeom>
          <a:noFill/>
        </p:spPr>
      </p:pic>
    </p:spTree>
    <p:extLst>
      <p:ext uri="{BB962C8B-B14F-4D97-AF65-F5344CB8AC3E}">
        <p14:creationId xmlns:p14="http://schemas.microsoft.com/office/powerpoint/2010/main" val="2293969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EE1A-68C4-D94F-6892-DB5DE65A21C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E38446E-2042-7D1B-1A79-9D4AF23344C8}"/>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04E52B6F-F731-7257-4D66-F6BC6BFC6C8A}"/>
              </a:ext>
            </a:extLst>
          </p:cNvPr>
          <p:cNvSpPr>
            <a:spLocks noGrp="1"/>
          </p:cNvSpPr>
          <p:nvPr>
            <p:ph idx="10"/>
          </p:nvPr>
        </p:nvSpPr>
        <p:spPr/>
        <p:txBody>
          <a:bodyPr/>
          <a:lstStyle/>
          <a:p>
            <a:pPr lvl="1"/>
            <a:r>
              <a:rPr lang="ko-KR" altLang="en-US" dirty="0"/>
              <a:t>유닉스의 탄생 </a:t>
            </a:r>
            <a:r>
              <a:rPr lang="en-US" altLang="ko-KR" dirty="0"/>
              <a:t>(1969-1973)</a:t>
            </a:r>
          </a:p>
          <a:p>
            <a:pPr lvl="2"/>
            <a:r>
              <a:rPr lang="en-US" altLang="ko-KR" dirty="0"/>
              <a:t>A&amp;T </a:t>
            </a:r>
            <a:r>
              <a:rPr lang="ko-KR" altLang="en-US" dirty="0"/>
              <a:t>벨 연구소 </a:t>
            </a:r>
            <a:r>
              <a:rPr lang="en-US" altLang="ko-KR" dirty="0"/>
              <a:t>/ </a:t>
            </a:r>
            <a:r>
              <a:rPr lang="ko-KR" altLang="en-US" dirty="0"/>
              <a:t>켄 톰슨</a:t>
            </a:r>
            <a:r>
              <a:rPr lang="en-US" altLang="ko-KR" dirty="0"/>
              <a:t>(Ken Thompson), </a:t>
            </a:r>
            <a:r>
              <a:rPr lang="ko-KR" altLang="en-US" dirty="0"/>
              <a:t>데니스 리치</a:t>
            </a:r>
            <a:r>
              <a:rPr lang="en-US" altLang="ko-KR" dirty="0"/>
              <a:t>(Dennis Ritchie)</a:t>
            </a:r>
          </a:p>
          <a:p>
            <a:pPr lvl="2"/>
            <a:r>
              <a:rPr lang="ko-KR" altLang="en-US" dirty="0"/>
              <a:t>초기 언어</a:t>
            </a:r>
            <a:r>
              <a:rPr lang="en-US" altLang="ko-KR" dirty="0"/>
              <a:t>: </a:t>
            </a:r>
            <a:r>
              <a:rPr lang="ko-KR" altLang="en-US" dirty="0"/>
              <a:t>어셈블리어</a:t>
            </a:r>
            <a:endParaRPr lang="en-US" altLang="ko-KR" dirty="0"/>
          </a:p>
          <a:p>
            <a:pPr lvl="2"/>
            <a:r>
              <a:rPr lang="ko-KR" altLang="en-US" dirty="0"/>
              <a:t>혁신적 전환</a:t>
            </a:r>
            <a:endParaRPr lang="en-US" altLang="ko-KR" dirty="0"/>
          </a:p>
          <a:p>
            <a:pPr lvl="3"/>
            <a:r>
              <a:rPr lang="en-US" altLang="ko-KR" dirty="0"/>
              <a:t>1971</a:t>
            </a:r>
            <a:r>
              <a:rPr lang="ko-KR" altLang="en-US" dirty="0"/>
              <a:t>년</a:t>
            </a:r>
            <a:r>
              <a:rPr lang="en-US" altLang="ko-KR" dirty="0"/>
              <a:t>: </a:t>
            </a:r>
            <a:r>
              <a:rPr lang="ko-KR" altLang="en-US" dirty="0"/>
              <a:t>데니스 리치</a:t>
            </a:r>
            <a:r>
              <a:rPr lang="en-US" altLang="ko-KR" dirty="0"/>
              <a:t>, C </a:t>
            </a:r>
            <a:r>
              <a:rPr lang="ko-KR" altLang="en-US" dirty="0"/>
              <a:t>언어 개발</a:t>
            </a:r>
            <a:endParaRPr lang="en-US" altLang="ko-KR" dirty="0"/>
          </a:p>
          <a:p>
            <a:pPr lvl="3"/>
            <a:r>
              <a:rPr lang="en-US" altLang="ko-KR" dirty="0"/>
              <a:t>1973</a:t>
            </a:r>
            <a:r>
              <a:rPr lang="ko-KR" altLang="en-US" dirty="0"/>
              <a:t>년</a:t>
            </a:r>
            <a:r>
              <a:rPr lang="en-US" altLang="ko-KR" dirty="0"/>
              <a:t>: C </a:t>
            </a:r>
            <a:r>
              <a:rPr lang="ko-KR" altLang="en-US" dirty="0"/>
              <a:t>언어로 유닉스 재작성 → 최초의 고급 언어 운영체제</a:t>
            </a:r>
            <a:endParaRPr lang="en-US" altLang="ko-KR" dirty="0"/>
          </a:p>
          <a:p>
            <a:pPr lvl="1"/>
            <a:r>
              <a:rPr lang="ko-KR" altLang="en-US" dirty="0"/>
              <a:t>유닉스의 확산 </a:t>
            </a:r>
            <a:r>
              <a:rPr lang="en-US" altLang="ko-KR" dirty="0"/>
              <a:t>(1975-1980</a:t>
            </a:r>
            <a:r>
              <a:rPr lang="ko-KR" altLang="en-US" dirty="0"/>
              <a:t>년대</a:t>
            </a:r>
            <a:r>
              <a:rPr lang="en-US" altLang="ko-KR" dirty="0"/>
              <a:t>)</a:t>
            </a:r>
          </a:p>
          <a:p>
            <a:pPr lvl="3"/>
            <a:r>
              <a:rPr lang="en-US" altLang="ko-KR" dirty="0"/>
              <a:t>1975</a:t>
            </a:r>
            <a:r>
              <a:rPr lang="ko-KR" altLang="en-US" dirty="0"/>
              <a:t>년</a:t>
            </a:r>
            <a:r>
              <a:rPr lang="en-US" altLang="ko-KR" dirty="0"/>
              <a:t>: </a:t>
            </a:r>
            <a:r>
              <a:rPr lang="ko-KR" altLang="en-US" dirty="0"/>
              <a:t>유닉스 소스 코드 외부 공개 → 대학 및 기업 활용 시작</a:t>
            </a:r>
            <a:endParaRPr lang="en-US" altLang="ko-KR" dirty="0"/>
          </a:p>
          <a:p>
            <a:pPr lvl="3"/>
            <a:r>
              <a:rPr lang="en-US" altLang="ko-KR" dirty="0"/>
              <a:t>BSD </a:t>
            </a:r>
            <a:r>
              <a:rPr lang="ko-KR" altLang="en-US" dirty="0"/>
              <a:t>유닉스</a:t>
            </a:r>
            <a:r>
              <a:rPr lang="en-US" altLang="ko-KR" dirty="0"/>
              <a:t>:</a:t>
            </a:r>
            <a:r>
              <a:rPr lang="ko-KR" altLang="en-US" dirty="0"/>
              <a:t> </a:t>
            </a:r>
            <a:r>
              <a:rPr lang="en-US" altLang="ko-KR" dirty="0"/>
              <a:t>TCP/IP </a:t>
            </a:r>
            <a:r>
              <a:rPr lang="ko-KR" altLang="en-US" dirty="0"/>
              <a:t>네트워크 기능 추가</a:t>
            </a:r>
            <a:r>
              <a:rPr lang="en-US" altLang="ko-KR" dirty="0"/>
              <a:t>, </a:t>
            </a:r>
            <a:r>
              <a:rPr lang="ko-KR" altLang="en-US" dirty="0"/>
              <a:t>썬 마이크로시스템즈 등으로 확산</a:t>
            </a:r>
            <a:endParaRPr lang="en-US" altLang="ko-KR" dirty="0"/>
          </a:p>
          <a:p>
            <a:pPr marL="0" indent="0" eaLnBrk="1" hangingPunct="1">
              <a:buNone/>
            </a:pPr>
            <a:r>
              <a:rPr lang="ko-KR" altLang="en-US" sz="1700" dirty="0"/>
              <a:t>    유닉스의 큰 흐름 </a:t>
            </a:r>
            <a:endParaRPr lang="en-US" altLang="ko-KR" sz="1700" dirty="0"/>
          </a:p>
          <a:p>
            <a:pPr marL="107025" lvl="1"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벨 연구소에서 개발된 버저너이 발전하여 시스템 </a:t>
            </a:r>
            <a:r>
              <a:rPr lang="en-US" altLang="ko-KR" b="0" dirty="0">
                <a:solidFill>
                  <a:schemeClr val="tx1"/>
                </a:solidFill>
              </a:rPr>
              <a:t>V(System V) </a:t>
            </a:r>
            <a:r>
              <a:rPr lang="ko-KR" altLang="en-US" b="0" dirty="0">
                <a:solidFill>
                  <a:schemeClr val="tx1"/>
                </a:solidFill>
              </a:rPr>
              <a:t>가 됨</a:t>
            </a:r>
            <a:r>
              <a:rPr lang="en-US" altLang="ko-KR" b="0" dirty="0">
                <a:solidFill>
                  <a:schemeClr val="tx1"/>
                </a:solidFill>
              </a:rPr>
              <a:t>.</a:t>
            </a:r>
          </a:p>
          <a:p>
            <a:pPr marL="107025" lvl="1" indent="0" eaLnBrk="1" hangingPunct="1">
              <a:buNone/>
            </a:pPr>
            <a:r>
              <a:rPr lang="en-US" altLang="ko-KR" b="0" dirty="0">
                <a:solidFill>
                  <a:schemeClr val="tx1"/>
                </a:solidFill>
              </a:rPr>
              <a:t>   - BSD(Berkeley Standard Distribution) </a:t>
            </a:r>
            <a:r>
              <a:rPr lang="ko-KR" altLang="en-US" b="0" dirty="0">
                <a:solidFill>
                  <a:schemeClr val="tx1"/>
                </a:solidFill>
              </a:rPr>
              <a:t>유닉스</a:t>
            </a:r>
            <a:r>
              <a:rPr lang="en-US" altLang="ko-KR" b="0" dirty="0">
                <a:solidFill>
                  <a:schemeClr val="tx1"/>
                </a:solidFill>
              </a:rPr>
              <a:t> </a:t>
            </a:r>
          </a:p>
          <a:p>
            <a:pPr marL="107025" lvl="1"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리눅스</a:t>
            </a:r>
            <a:r>
              <a:rPr lang="en-US" altLang="ko-KR" b="0" dirty="0">
                <a:solidFill>
                  <a:schemeClr val="tx1"/>
                </a:solidFill>
              </a:rPr>
              <a:t>(Linux)</a:t>
            </a:r>
            <a:r>
              <a:rPr lang="ko-KR" altLang="en-US" b="0" dirty="0">
                <a:solidFill>
                  <a:schemeClr val="tx1"/>
                </a:solidFill>
              </a:rPr>
              <a:t> </a:t>
            </a:r>
            <a:endParaRPr lang="en-US" altLang="ko-KR" b="0" dirty="0">
              <a:solidFill>
                <a:schemeClr val="tx1"/>
              </a:solidFill>
            </a:endParaRPr>
          </a:p>
        </p:txBody>
      </p:sp>
    </p:spTree>
    <p:extLst>
      <p:ext uri="{BB962C8B-B14F-4D97-AF65-F5344CB8AC3E}">
        <p14:creationId xmlns:p14="http://schemas.microsoft.com/office/powerpoint/2010/main" val="2040636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내용 개체 틀 13" descr="텍스트, 스크린샷, 폰트, 영수증이(가) 표시된 사진&#10;&#10;자동 생성된 설명">
            <a:extLst>
              <a:ext uri="{FF2B5EF4-FFF2-40B4-BE49-F238E27FC236}">
                <a16:creationId xmlns:a16="http://schemas.microsoft.com/office/drawing/2014/main" id="{E6F4EB43-748A-DCFD-9CAB-2121EDEFF792}"/>
              </a:ext>
            </a:extLst>
          </p:cNvPr>
          <p:cNvPicPr>
            <a:picLocks noGrp="1" noChangeAspect="1"/>
          </p:cNvPicPr>
          <p:nvPr>
            <p:ph idx="11"/>
          </p:nvPr>
        </p:nvPicPr>
        <p:blipFill>
          <a:blip r:embed="rId2">
            <a:extLst>
              <a:ext uri="{28A0092B-C50C-407E-A947-70E740481C1C}">
                <a14:useLocalDpi xmlns:a14="http://schemas.microsoft.com/office/drawing/2010/main" val="0"/>
              </a:ext>
            </a:extLst>
          </a:blip>
          <a:stretch>
            <a:fillRect/>
          </a:stretch>
        </p:blipFill>
        <p:spPr>
          <a:xfrm>
            <a:off x="4464050" y="4509120"/>
            <a:ext cx="4284663" cy="1757810"/>
          </a:xfrm>
        </p:spPr>
      </p:pic>
      <p:sp>
        <p:nvSpPr>
          <p:cNvPr id="2" name="제목 1">
            <a:extLst>
              <a:ext uri="{FF2B5EF4-FFF2-40B4-BE49-F238E27FC236}">
                <a16:creationId xmlns:a16="http://schemas.microsoft.com/office/drawing/2014/main" id="{867BDB03-A7C9-69F0-E2C0-1D7922F010E9}"/>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D251E34B-ACCA-A9A8-98E7-FE4E30DC3D6D}"/>
              </a:ext>
            </a:extLst>
          </p:cNvPr>
          <p:cNvSpPr>
            <a:spLocks noGrp="1"/>
          </p:cNvSpPr>
          <p:nvPr>
            <p:ph idx="10"/>
          </p:nvPr>
        </p:nvSpPr>
        <p:spPr>
          <a:xfrm>
            <a:off x="539552" y="1196752"/>
            <a:ext cx="8208912" cy="2448272"/>
          </a:xfrm>
        </p:spPr>
        <p:txBody>
          <a:bodyPr/>
          <a:lstStyle/>
          <a:p>
            <a:pPr lvl="1"/>
            <a:r>
              <a:rPr lang="en-US" altLang="ko-KR" dirty="0"/>
              <a:t>BSD </a:t>
            </a:r>
            <a:r>
              <a:rPr lang="ko-KR" altLang="en-US" dirty="0"/>
              <a:t>유닉스 소송</a:t>
            </a:r>
            <a:endParaRPr lang="en-US" altLang="ko-KR" dirty="0"/>
          </a:p>
          <a:p>
            <a:pPr lvl="3"/>
            <a:r>
              <a:rPr lang="ko-KR" altLang="en-US" dirty="0"/>
              <a:t>분쟁</a:t>
            </a:r>
            <a:r>
              <a:rPr lang="en-US" altLang="ko-KR" dirty="0"/>
              <a:t>: AT&amp;T</a:t>
            </a:r>
            <a:r>
              <a:rPr lang="ko-KR" altLang="en-US" dirty="0"/>
              <a:t>와 </a:t>
            </a:r>
            <a:r>
              <a:rPr lang="en-US" altLang="ko-KR" dirty="0"/>
              <a:t>BSD </a:t>
            </a:r>
            <a:r>
              <a:rPr lang="ko-KR" altLang="en-US" dirty="0"/>
              <a:t>간 소스 코드 관련 소송</a:t>
            </a:r>
            <a:endParaRPr lang="en-US" altLang="ko-KR" dirty="0"/>
          </a:p>
          <a:p>
            <a:pPr lvl="3"/>
            <a:r>
              <a:rPr lang="en-US" altLang="ko-KR" dirty="0"/>
              <a:t>BSD: AT&amp;T </a:t>
            </a:r>
            <a:r>
              <a:rPr lang="ko-KR" altLang="en-US" dirty="0"/>
              <a:t>코드 제거 후</a:t>
            </a:r>
            <a:r>
              <a:rPr lang="en-US" altLang="ko-KR" dirty="0"/>
              <a:t>, </a:t>
            </a:r>
            <a:r>
              <a:rPr lang="ko-KR" altLang="en-US" dirty="0"/>
              <a:t>재작성</a:t>
            </a:r>
            <a:endParaRPr lang="en-US" altLang="ko-KR" dirty="0"/>
          </a:p>
          <a:p>
            <a:pPr lvl="1"/>
            <a:r>
              <a:rPr lang="ko-KR" altLang="en-US" dirty="0"/>
              <a:t>리눅스의 등장</a:t>
            </a:r>
            <a:endParaRPr lang="en-US" altLang="ko-KR" dirty="0"/>
          </a:p>
          <a:p>
            <a:pPr lvl="2"/>
            <a:r>
              <a:rPr lang="ko-KR" altLang="en-US" dirty="0"/>
              <a:t>유닉스와 호환되는 독자적 소스 코드 개발</a:t>
            </a:r>
            <a:endParaRPr lang="en-US" altLang="ko-KR" dirty="0"/>
          </a:p>
          <a:p>
            <a:pPr lvl="2"/>
            <a:r>
              <a:rPr lang="ko-KR" altLang="en-US" dirty="0"/>
              <a:t>무료 및 오픈소스 커뮤니티에서 급속히 성장</a:t>
            </a:r>
            <a:endParaRPr lang="en-US" altLang="ko-KR" dirty="0"/>
          </a:p>
        </p:txBody>
      </p:sp>
      <p:sp>
        <p:nvSpPr>
          <p:cNvPr id="16" name="내용 개체 틀 2">
            <a:extLst>
              <a:ext uri="{FF2B5EF4-FFF2-40B4-BE49-F238E27FC236}">
                <a16:creationId xmlns:a16="http://schemas.microsoft.com/office/drawing/2014/main" id="{18BAA2F9-6930-4C8B-38CD-0FA95B360276}"/>
              </a:ext>
            </a:extLst>
          </p:cNvPr>
          <p:cNvSpPr txBox="1">
            <a:spLocks/>
          </p:cNvSpPr>
          <p:nvPr/>
        </p:nvSpPr>
        <p:spPr bwMode="auto">
          <a:xfrm>
            <a:off x="539552" y="3645148"/>
            <a:ext cx="3924498" cy="24482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0" hangingPunct="0">
              <a:lnSpc>
                <a:spcPts val="2500"/>
              </a:lnSpc>
              <a:spcBef>
                <a:spcPts val="0"/>
              </a:spcBef>
              <a:spcAft>
                <a:spcPct val="0"/>
              </a:spcAft>
              <a:buClr>
                <a:schemeClr val="accent2">
                  <a:lumMod val="75000"/>
                </a:schemeClr>
              </a:buClr>
              <a:buFont typeface="Wingdings" pitchFamily="2" charset="2"/>
              <a:buChar char="n"/>
              <a:defRPr sz="2000" b="1" kern="1200">
                <a:solidFill>
                  <a:srgbClr val="A82954"/>
                </a:solidFill>
                <a:latin typeface="+mn-ea"/>
                <a:ea typeface="+mn-ea"/>
                <a:cs typeface="+mn-cs"/>
              </a:defRPr>
            </a:lvl1pPr>
            <a:lvl2pPr marL="288000" indent="-180975" algn="l" rtl="0" eaLnBrk="0" fontAlgn="base" latinLnBrk="0" hangingPunct="0">
              <a:lnSpc>
                <a:spcPts val="2500"/>
              </a:lnSpc>
              <a:spcBef>
                <a:spcPct val="20000"/>
              </a:spcBef>
              <a:spcAft>
                <a:spcPts val="400"/>
              </a:spcAft>
              <a:buClr>
                <a:schemeClr val="bg1">
                  <a:lumMod val="50000"/>
                </a:schemeClr>
              </a:buClr>
              <a:buFont typeface="Wingdings" pitchFamily="2" charset="2"/>
              <a:buChar char="§"/>
              <a:defRPr sz="1700" b="1" kern="1200">
                <a:solidFill>
                  <a:srgbClr val="A82954"/>
                </a:solidFill>
                <a:latin typeface="+mn-lt"/>
                <a:ea typeface="+mn-ea"/>
                <a:cs typeface="+mn-cs"/>
              </a:defRPr>
            </a:lvl2pPr>
            <a:lvl3pPr marL="446400" indent="-180975" algn="l" rtl="0" eaLnBrk="0" fontAlgn="base" latinLnBrk="0" hangingPunct="0">
              <a:lnSpc>
                <a:spcPts val="2500"/>
              </a:lnSpc>
              <a:spcBef>
                <a:spcPct val="20000"/>
              </a:spcBef>
              <a:spcAft>
                <a:spcPts val="300"/>
              </a:spcAft>
              <a:buClr>
                <a:schemeClr val="bg1">
                  <a:lumMod val="50000"/>
                </a:schemeClr>
              </a:buClr>
              <a:buFont typeface="Arial" pitchFamily="34" charset="0"/>
              <a:buChar char="•"/>
              <a:defRPr sz="1600" kern="1200">
                <a:solidFill>
                  <a:schemeClr val="tx1"/>
                </a:solidFill>
                <a:latin typeface="+mn-lt"/>
                <a:ea typeface="+mn-ea"/>
                <a:cs typeface="+mn-cs"/>
              </a:defRPr>
            </a:lvl3pPr>
            <a:lvl4pPr marL="532800" indent="-180975" algn="l" rtl="0" eaLnBrk="0" fontAlgn="base" latinLnBrk="0" hangingPunct="0">
              <a:lnSpc>
                <a:spcPts val="2500"/>
              </a:lnSpc>
              <a:spcBef>
                <a:spcPct val="20000"/>
              </a:spcBef>
              <a:spcAft>
                <a:spcPts val="300"/>
              </a:spcAft>
              <a:buSzPct val="96000"/>
              <a:buFont typeface="Arial" charset="0"/>
              <a:buChar char="–"/>
              <a:defRPr sz="1600" kern="1200">
                <a:solidFill>
                  <a:schemeClr val="tx1"/>
                </a:solidFill>
                <a:latin typeface="+mn-lt"/>
                <a:ea typeface="+mn-ea"/>
                <a:cs typeface="+mn-cs"/>
              </a:defRPr>
            </a:lvl4pPr>
            <a:lvl5pPr marL="619200" indent="-180975" algn="l" rtl="0" eaLnBrk="0" fontAlgn="base" latinLnBrk="0" hangingPunct="0">
              <a:lnSpc>
                <a:spcPts val="2500"/>
              </a:lnSpc>
              <a:spcBef>
                <a:spcPct val="20000"/>
              </a:spcBef>
              <a:spcAft>
                <a:spcPct val="0"/>
              </a:spcAft>
              <a:buFont typeface="Arial" charset="0"/>
              <a:buChar char="»"/>
              <a:defRPr sz="14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2"/>
            <a:endParaRPr kumimoji="0" lang="en-US" altLang="ko-KR" sz="100" dirty="0"/>
          </a:p>
          <a:p>
            <a:pPr marL="0" indent="0">
              <a:buNone/>
            </a:pPr>
            <a:r>
              <a:rPr kumimoji="0" lang="ko-KR" altLang="en-US" dirty="0"/>
              <a:t> 유닉스의 종류와 특징</a:t>
            </a:r>
            <a:endParaRPr kumimoji="0" lang="en-US" altLang="ko-KR" dirty="0"/>
          </a:p>
          <a:p>
            <a:pPr lvl="2"/>
            <a:r>
              <a:rPr kumimoji="0" lang="en-US" altLang="ko-KR" dirty="0"/>
              <a:t>UNIX </a:t>
            </a:r>
            <a:r>
              <a:rPr kumimoji="0" lang="ko-KR" altLang="en-US" dirty="0"/>
              <a:t>상표권은 </a:t>
            </a:r>
            <a:r>
              <a:rPr kumimoji="0" lang="en-US" altLang="ko-KR" dirty="0"/>
              <a:t>The Open Group</a:t>
            </a:r>
            <a:r>
              <a:rPr kumimoji="0" lang="ko-KR" altLang="en-US" dirty="0"/>
              <a:t>이 보유</a:t>
            </a:r>
            <a:endParaRPr kumimoji="0" lang="en-US" altLang="ko-KR" dirty="0"/>
          </a:p>
          <a:p>
            <a:pPr lvl="2"/>
            <a:r>
              <a:rPr kumimoji="0" lang="ko-KR" altLang="en-US" dirty="0"/>
              <a:t>각 회사는 </a:t>
            </a:r>
            <a:r>
              <a:rPr kumimoji="0" lang="en-US" altLang="ko-KR" dirty="0"/>
              <a:t>UNIX </a:t>
            </a:r>
            <a:r>
              <a:rPr kumimoji="0" lang="ko-KR" altLang="en-US" dirty="0"/>
              <a:t>기반 운영체제를 개발해 고유한 제품명을 사용</a:t>
            </a:r>
            <a:endParaRPr kumimoji="0" lang="en-US" altLang="ko-KR" dirty="0"/>
          </a:p>
        </p:txBody>
      </p:sp>
    </p:spTree>
    <p:extLst>
      <p:ext uri="{BB962C8B-B14F-4D97-AF65-F5344CB8AC3E}">
        <p14:creationId xmlns:p14="http://schemas.microsoft.com/office/powerpoint/2010/main" val="158023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0D160-A367-27AE-5208-39863E399A4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32F2BC2-202F-FDFA-F2DC-80A98E1AFA6E}"/>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pic>
        <p:nvPicPr>
          <p:cNvPr id="13" name="Picture 12">
            <a:extLst>
              <a:ext uri="{FF2B5EF4-FFF2-40B4-BE49-F238E27FC236}">
                <a16:creationId xmlns:a16="http://schemas.microsoft.com/office/drawing/2014/main" id="{FA933940-1BC6-81A4-9232-360F32B6F28C}"/>
              </a:ext>
            </a:extLst>
          </p:cNvPr>
          <p:cNvPicPr>
            <a:picLocks noChangeAspect="1"/>
          </p:cNvPicPr>
          <p:nvPr/>
        </p:nvPicPr>
        <p:blipFill>
          <a:blip r:embed="rId2"/>
          <a:stretch>
            <a:fillRect/>
          </a:stretch>
        </p:blipFill>
        <p:spPr>
          <a:xfrm>
            <a:off x="32792" y="1052736"/>
            <a:ext cx="8931696" cy="5784991"/>
          </a:xfrm>
          <a:prstGeom prst="rect">
            <a:avLst/>
          </a:prstGeom>
        </p:spPr>
      </p:pic>
    </p:spTree>
    <p:extLst>
      <p:ext uri="{BB962C8B-B14F-4D97-AF65-F5344CB8AC3E}">
        <p14:creationId xmlns:p14="http://schemas.microsoft.com/office/powerpoint/2010/main" val="64516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23671-17AE-B180-10F0-E272CCCE3AD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2A7E648-2583-38D6-97EE-0BF9530C7103}"/>
              </a:ext>
            </a:extLst>
          </p:cNvPr>
          <p:cNvSpPr>
            <a:spLocks noGrp="1"/>
          </p:cNvSpPr>
          <p:nvPr>
            <p:ph type="title"/>
          </p:nvPr>
        </p:nvSpPr>
        <p:spPr>
          <a:xfrm>
            <a:off x="539552" y="184745"/>
            <a:ext cx="6840760" cy="548680"/>
          </a:xfrm>
        </p:spPr>
        <p:txBody>
          <a:bodyPr vert="horz" wrap="square" lIns="91440" tIns="45720" rIns="91440" bIns="45720" numCol="1" anchor="ctr" anchorCtr="0" compatLnSpc="1">
            <a:prstTxWarp prst="textNoShape">
              <a:avLst/>
            </a:prstTxWarp>
            <a:normAutofit/>
          </a:bodyPr>
          <a:lstStyle/>
          <a:p>
            <a:r>
              <a:rPr lang="ko-KR" altLang="en-US" b="1" kern="1200"/>
              <a:t>01 유닉스와 리눅스</a:t>
            </a:r>
          </a:p>
        </p:txBody>
      </p:sp>
      <p:pic>
        <p:nvPicPr>
          <p:cNvPr id="5" name="Picture 4">
            <a:extLst>
              <a:ext uri="{FF2B5EF4-FFF2-40B4-BE49-F238E27FC236}">
                <a16:creationId xmlns:a16="http://schemas.microsoft.com/office/drawing/2014/main" id="{294B6BFE-55FC-C6FB-9361-ACEC8772FFDF}"/>
              </a:ext>
            </a:extLst>
          </p:cNvPr>
          <p:cNvPicPr>
            <a:picLocks noChangeAspect="1"/>
          </p:cNvPicPr>
          <p:nvPr/>
        </p:nvPicPr>
        <p:blipFill>
          <a:blip r:embed="rId2"/>
          <a:stretch>
            <a:fillRect/>
          </a:stretch>
        </p:blipFill>
        <p:spPr>
          <a:xfrm>
            <a:off x="906568" y="1196752"/>
            <a:ext cx="7474879" cy="5400600"/>
          </a:xfrm>
          <a:prstGeom prst="rect">
            <a:avLst/>
          </a:prstGeom>
          <a:noFill/>
        </p:spPr>
      </p:pic>
    </p:spTree>
    <p:extLst>
      <p:ext uri="{BB962C8B-B14F-4D97-AF65-F5344CB8AC3E}">
        <p14:creationId xmlns:p14="http://schemas.microsoft.com/office/powerpoint/2010/main" val="1584300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A070777-43FF-0B79-F28E-55767267E3F4}"/>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88FE5472-3A4E-FB1E-7FFB-44ED5AED8EA2}"/>
              </a:ext>
            </a:extLst>
          </p:cNvPr>
          <p:cNvSpPr>
            <a:spLocks noGrp="1"/>
          </p:cNvSpPr>
          <p:nvPr>
            <p:ph idx="10"/>
          </p:nvPr>
        </p:nvSpPr>
        <p:spPr/>
        <p:txBody>
          <a:bodyPr/>
          <a:lstStyle/>
          <a:p>
            <a:pPr marL="0" indent="0">
              <a:buNone/>
            </a:pPr>
            <a:r>
              <a:rPr lang="ko-KR" altLang="en-US" dirty="0"/>
              <a:t>유닉스의 시작과 발전</a:t>
            </a:r>
          </a:p>
        </p:txBody>
      </p:sp>
      <p:pic>
        <p:nvPicPr>
          <p:cNvPr id="4" name="내용 개체 틀 4" descr="텍스트, 도표, 평면도, 라인이(가) 표시된 사진&#10;&#10;자동 생성된 설명">
            <a:extLst>
              <a:ext uri="{FF2B5EF4-FFF2-40B4-BE49-F238E27FC236}">
                <a16:creationId xmlns:a16="http://schemas.microsoft.com/office/drawing/2014/main" id="{86DBCC0A-AF6E-CCB9-9B67-8AF917694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39750" y="1749619"/>
            <a:ext cx="8208963" cy="4295387"/>
          </a:xfrm>
          <a:prstGeom prst="rect">
            <a:avLst/>
          </a:prstGeom>
          <a:noFill/>
          <a:ln w="9525">
            <a:noFill/>
            <a:miter lim="800000"/>
            <a:headEnd/>
            <a:tailEnd/>
          </a:ln>
        </p:spPr>
      </p:pic>
    </p:spTree>
    <p:extLst>
      <p:ext uri="{BB962C8B-B14F-4D97-AF65-F5344CB8AC3E}">
        <p14:creationId xmlns:p14="http://schemas.microsoft.com/office/powerpoint/2010/main" val="968993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D8913-FB7C-91A2-C02A-CC45622BFC3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09F9978-3184-1574-9AFC-07F4378167F8}"/>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093098B3-6446-9BE6-F938-82205DB21E61}"/>
              </a:ext>
            </a:extLst>
          </p:cNvPr>
          <p:cNvSpPr>
            <a:spLocks noGrp="1"/>
          </p:cNvSpPr>
          <p:nvPr>
            <p:ph idx="10"/>
          </p:nvPr>
        </p:nvSpPr>
        <p:spPr/>
        <p:txBody>
          <a:bodyPr/>
          <a:lstStyle/>
          <a:p>
            <a:pPr marL="0" indent="0">
              <a:buNone/>
            </a:pPr>
            <a:r>
              <a:rPr lang="ko-KR" altLang="en-US" dirty="0"/>
              <a:t>유닉스 시스템 </a:t>
            </a:r>
            <a:r>
              <a:rPr lang="en-US" altLang="ko-KR" dirty="0"/>
              <a:t>V</a:t>
            </a:r>
          </a:p>
          <a:p>
            <a:pPr marL="0" indent="0">
              <a:buNone/>
            </a:pPr>
            <a:endParaRPr lang="en-US" altLang="ko-KR" dirty="0"/>
          </a:p>
          <a:p>
            <a:pPr marL="0"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벨 연구소에서 개발된 버전이 발전하여 시스템 </a:t>
            </a:r>
            <a:r>
              <a:rPr lang="en-US" altLang="ko-KR" b="0" dirty="0">
                <a:solidFill>
                  <a:schemeClr val="tx1"/>
                </a:solidFill>
              </a:rPr>
              <a:t>V</a:t>
            </a:r>
            <a:r>
              <a:rPr lang="ko-KR" altLang="en-US" b="0" dirty="0">
                <a:solidFill>
                  <a:schemeClr val="tx1"/>
                </a:solidFill>
              </a:rPr>
              <a:t>가 됨</a:t>
            </a:r>
            <a:endParaRPr lang="en-US" altLang="ko-KR" b="0" dirty="0">
              <a:solidFill>
                <a:schemeClr val="tx1"/>
              </a:solidFill>
            </a:endParaRPr>
          </a:p>
          <a:p>
            <a:pPr marL="0"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유닉스 버전 중의 최초의 대표적인 성공 사례 </a:t>
            </a:r>
            <a:endParaRPr lang="en-US" altLang="ko-KR" b="0" dirty="0">
              <a:solidFill>
                <a:schemeClr val="tx1"/>
              </a:solidFill>
            </a:endParaRPr>
          </a:p>
          <a:p>
            <a:pPr lvl="1" eaLnBrk="1" hangingPunct="1"/>
            <a:r>
              <a:rPr lang="ko-KR" altLang="en-US" b="0" dirty="0">
                <a:solidFill>
                  <a:schemeClr val="tx1"/>
                </a:solidFill>
              </a:rPr>
              <a:t>여러 유틸리티가 공개되면서 일반 사용자들에 확산</a:t>
            </a:r>
            <a:endParaRPr lang="en-US" altLang="ko-KR" b="0" dirty="0">
              <a:solidFill>
                <a:schemeClr val="tx1"/>
              </a:solidFill>
            </a:endParaRPr>
          </a:p>
          <a:p>
            <a:pPr marL="0"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다양한 상업용 버전으로 발전</a:t>
            </a:r>
            <a:endParaRPr lang="en-US" altLang="ko-KR" b="0" dirty="0">
              <a:solidFill>
                <a:schemeClr val="tx1"/>
              </a:solidFill>
            </a:endParaRPr>
          </a:p>
          <a:p>
            <a:pPr lvl="1" eaLnBrk="1" hangingPunct="1"/>
            <a:r>
              <a:rPr lang="en-US" altLang="ko-KR" b="0" dirty="0">
                <a:solidFill>
                  <a:schemeClr val="tx1"/>
                </a:solidFill>
              </a:rPr>
              <a:t>IBM</a:t>
            </a:r>
            <a:r>
              <a:rPr lang="ko-KR" altLang="en-US" b="0" dirty="0">
                <a:solidFill>
                  <a:schemeClr val="tx1"/>
                </a:solidFill>
              </a:rPr>
              <a:t>의 </a:t>
            </a:r>
            <a:r>
              <a:rPr lang="en-US" altLang="ko-KR" b="0" dirty="0">
                <a:solidFill>
                  <a:schemeClr val="tx1"/>
                </a:solidFill>
              </a:rPr>
              <a:t>AIX, Sun</a:t>
            </a:r>
            <a:r>
              <a:rPr lang="ko-KR" altLang="en-US" b="0" dirty="0">
                <a:solidFill>
                  <a:schemeClr val="tx1"/>
                </a:solidFill>
              </a:rPr>
              <a:t>의 </a:t>
            </a:r>
            <a:r>
              <a:rPr lang="en-US" altLang="ko-KR" b="0" dirty="0">
                <a:solidFill>
                  <a:schemeClr val="tx1"/>
                </a:solidFill>
              </a:rPr>
              <a:t>Solaris, HP</a:t>
            </a:r>
            <a:r>
              <a:rPr lang="ko-KR" altLang="en-US" b="0" dirty="0">
                <a:solidFill>
                  <a:schemeClr val="tx1"/>
                </a:solidFill>
              </a:rPr>
              <a:t>의 </a:t>
            </a:r>
            <a:r>
              <a:rPr lang="en-US" altLang="ko-KR" b="0" dirty="0">
                <a:solidFill>
                  <a:schemeClr val="tx1"/>
                </a:solidFill>
              </a:rPr>
              <a:t>UP-UX</a:t>
            </a:r>
          </a:p>
          <a:p>
            <a:pPr marL="0" indent="0">
              <a:buNone/>
            </a:pPr>
            <a:endParaRPr lang="en-US" altLang="ko-KR" dirty="0"/>
          </a:p>
          <a:p>
            <a:pPr marL="0" indent="0">
              <a:buNone/>
            </a:pPr>
            <a:endParaRPr lang="en-US" altLang="ko-KR" dirty="0"/>
          </a:p>
          <a:p>
            <a:pPr marL="0" indent="0">
              <a:buNone/>
            </a:pPr>
            <a:endParaRPr lang="ko-KR" altLang="en-US" dirty="0"/>
          </a:p>
        </p:txBody>
      </p:sp>
      <p:pic>
        <p:nvPicPr>
          <p:cNvPr id="5" name="Picture 2">
            <a:extLst>
              <a:ext uri="{FF2B5EF4-FFF2-40B4-BE49-F238E27FC236}">
                <a16:creationId xmlns:a16="http://schemas.microsoft.com/office/drawing/2014/main" id="{E5AD351F-3084-2608-6339-A19581946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4149080"/>
            <a:ext cx="327660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0320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40C0A-65C6-5B20-429E-0ED67D4DD72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1243B1A-665E-DE89-D450-FA580C33A221}"/>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F32D253F-4AD7-4C99-0E1A-2AE8C7AE19D6}"/>
              </a:ext>
            </a:extLst>
          </p:cNvPr>
          <p:cNvSpPr>
            <a:spLocks noGrp="1"/>
          </p:cNvSpPr>
          <p:nvPr>
            <p:ph idx="10"/>
          </p:nvPr>
        </p:nvSpPr>
        <p:spPr/>
        <p:txBody>
          <a:bodyPr/>
          <a:lstStyle/>
          <a:p>
            <a:pPr marL="0" indent="0">
              <a:buNone/>
            </a:pPr>
            <a:r>
              <a:rPr lang="en-US" altLang="ko-KR" dirty="0"/>
              <a:t>BSD</a:t>
            </a:r>
            <a:r>
              <a:rPr lang="ko-KR" altLang="en-US" dirty="0"/>
              <a:t> 유닉스</a:t>
            </a:r>
            <a:endParaRPr lang="en-US" altLang="ko-KR" dirty="0"/>
          </a:p>
          <a:p>
            <a:pPr marL="0" indent="0">
              <a:buNone/>
            </a:pPr>
            <a:endParaRPr lang="en-US" altLang="ko-KR" dirty="0"/>
          </a:p>
          <a:p>
            <a:pPr marL="0"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공개 소스코드를 기반으로 버클리대학교에서 개선</a:t>
            </a:r>
            <a:endParaRPr lang="en-US" altLang="ko-KR" b="0" dirty="0">
              <a:solidFill>
                <a:schemeClr val="tx1"/>
              </a:solidFill>
            </a:endParaRPr>
          </a:p>
          <a:p>
            <a:pPr lvl="1" eaLnBrk="1" hangingPunct="1"/>
            <a:r>
              <a:rPr lang="ko-KR" altLang="en-US" b="0" dirty="0">
                <a:solidFill>
                  <a:schemeClr val="tx1"/>
                </a:solidFill>
              </a:rPr>
              <a:t>지속적으로 발전하여 </a:t>
            </a:r>
            <a:r>
              <a:rPr lang="en-US" altLang="ko-KR" b="0" dirty="0">
                <a:solidFill>
                  <a:schemeClr val="tx1"/>
                </a:solidFill>
              </a:rPr>
              <a:t>BSD 4.3 </a:t>
            </a:r>
            <a:r>
              <a:rPr lang="ko-KR" altLang="en-US" b="0" dirty="0">
                <a:solidFill>
                  <a:schemeClr val="tx1"/>
                </a:solidFill>
              </a:rPr>
              <a:t>버전이 개발됨</a:t>
            </a:r>
            <a:endParaRPr lang="en-US" altLang="ko-KR" b="0" dirty="0">
              <a:solidFill>
                <a:schemeClr val="tx1"/>
              </a:solidFill>
            </a:endParaRPr>
          </a:p>
          <a:p>
            <a:pPr marL="868363" lvl="3" indent="0" eaLnBrk="1" hangingPunct="1"/>
            <a:r>
              <a:rPr lang="en-US" altLang="ko-KR" dirty="0"/>
              <a:t>	</a:t>
            </a:r>
          </a:p>
          <a:p>
            <a:pPr marL="0" indent="0" eaLnBrk="1" hangingPunct="1">
              <a:buNone/>
            </a:pPr>
            <a:r>
              <a:rPr lang="ko-KR" altLang="en-US" b="0" dirty="0">
                <a:solidFill>
                  <a:schemeClr val="tx1"/>
                </a:solidFill>
              </a:rPr>
              <a:t> </a:t>
            </a:r>
            <a:r>
              <a:rPr lang="en-US" altLang="ko-KR" b="0" dirty="0">
                <a:solidFill>
                  <a:schemeClr val="tx1"/>
                </a:solidFill>
              </a:rPr>
              <a:t>- </a:t>
            </a:r>
            <a:r>
              <a:rPr lang="ko-KR" altLang="en-US" b="0" dirty="0">
                <a:solidFill>
                  <a:schemeClr val="tx1"/>
                </a:solidFill>
              </a:rPr>
              <a:t>주요 기능 개선</a:t>
            </a:r>
            <a:endParaRPr lang="en-US" altLang="ko-KR" b="0" dirty="0">
              <a:solidFill>
                <a:schemeClr val="tx1"/>
              </a:solidFill>
            </a:endParaRPr>
          </a:p>
          <a:p>
            <a:pPr lvl="1" eaLnBrk="1" hangingPunct="1"/>
            <a:r>
              <a:rPr lang="ko-KR" altLang="en-US" b="0" dirty="0">
                <a:solidFill>
                  <a:schemeClr val="tx1"/>
                </a:solidFill>
              </a:rPr>
              <a:t>메모리 관리 기능 향상</a:t>
            </a:r>
            <a:endParaRPr lang="en-US" altLang="ko-KR" b="0" dirty="0">
              <a:solidFill>
                <a:schemeClr val="tx1"/>
              </a:solidFill>
            </a:endParaRPr>
          </a:p>
          <a:p>
            <a:pPr lvl="1" eaLnBrk="1" hangingPunct="1"/>
            <a:r>
              <a:rPr lang="en-US" altLang="ko-KR" b="0" dirty="0">
                <a:solidFill>
                  <a:schemeClr val="tx1"/>
                </a:solidFill>
              </a:rPr>
              <a:t>vi </a:t>
            </a:r>
            <a:r>
              <a:rPr lang="ko-KR" altLang="en-US" b="0" dirty="0">
                <a:solidFill>
                  <a:schemeClr val="tx1"/>
                </a:solidFill>
              </a:rPr>
              <a:t>에디터 </a:t>
            </a:r>
            <a:r>
              <a:rPr lang="en-US" altLang="ko-KR" b="0" dirty="0">
                <a:solidFill>
                  <a:schemeClr val="tx1"/>
                </a:solidFill>
              </a:rPr>
              <a:t>(Bill Joy </a:t>
            </a:r>
            <a:r>
              <a:rPr lang="ko-KR" altLang="en-US" b="0" dirty="0">
                <a:solidFill>
                  <a:schemeClr val="tx1"/>
                </a:solidFill>
              </a:rPr>
              <a:t>가 만듬</a:t>
            </a:r>
            <a:r>
              <a:rPr lang="en-US" altLang="ko-KR" b="0" dirty="0">
                <a:solidFill>
                  <a:schemeClr val="tx1"/>
                </a:solidFill>
              </a:rPr>
              <a:t>)</a:t>
            </a:r>
          </a:p>
          <a:p>
            <a:pPr lvl="1" eaLnBrk="1" hangingPunct="1"/>
            <a:r>
              <a:rPr lang="ko-KR" altLang="en-US" b="0" dirty="0">
                <a:solidFill>
                  <a:schemeClr val="tx1"/>
                </a:solidFill>
              </a:rPr>
              <a:t>네트워킹 기능 추가</a:t>
            </a:r>
            <a:endParaRPr lang="en-US" altLang="ko-KR" b="0" dirty="0">
              <a:solidFill>
                <a:schemeClr val="tx1"/>
              </a:solidFill>
            </a:endParaRPr>
          </a:p>
          <a:p>
            <a:pPr lvl="2" eaLnBrk="1" hangingPunct="1"/>
            <a:r>
              <a:rPr lang="en-US" altLang="ko-KR" dirty="0"/>
              <a:t>TCP/IP </a:t>
            </a:r>
            <a:r>
              <a:rPr lang="ko-KR" altLang="en-US" dirty="0"/>
              <a:t>네트워킹</a:t>
            </a:r>
            <a:r>
              <a:rPr lang="en-US" altLang="ko-KR" dirty="0"/>
              <a:t>,</a:t>
            </a:r>
            <a:r>
              <a:rPr lang="ko-KR" altLang="en-US" dirty="0"/>
              <a:t> 소켓</a:t>
            </a:r>
            <a:r>
              <a:rPr lang="en-US" altLang="ko-KR" dirty="0"/>
              <a:t>(Socket) </a:t>
            </a:r>
            <a:r>
              <a:rPr lang="ko-KR" altLang="en-US" dirty="0"/>
              <a:t>등</a:t>
            </a:r>
            <a:r>
              <a:rPr lang="en-US" altLang="ko-KR" dirty="0"/>
              <a:t> </a:t>
            </a:r>
          </a:p>
          <a:p>
            <a:pPr marL="868363" lvl="3" indent="0" eaLnBrk="1" hangingPunct="1"/>
            <a:r>
              <a:rPr lang="en-US" altLang="ko-KR" dirty="0"/>
              <a:t>		</a:t>
            </a:r>
          </a:p>
          <a:p>
            <a:pPr marL="0" indent="0" eaLnBrk="1" hangingPunct="1">
              <a:buNone/>
            </a:pPr>
            <a:r>
              <a:rPr lang="en-US" altLang="ko-KR" b="0" dirty="0">
                <a:solidFill>
                  <a:schemeClr val="tx1"/>
                </a:solidFill>
              </a:rPr>
              <a:t>- </a:t>
            </a:r>
            <a:r>
              <a:rPr lang="ko-KR" altLang="en-US" b="0" dirty="0">
                <a:solidFill>
                  <a:schemeClr val="tx1"/>
                </a:solidFill>
              </a:rPr>
              <a:t>상업용 운영체제의 기초</a:t>
            </a:r>
            <a:endParaRPr lang="en-US" altLang="ko-KR" b="0" dirty="0">
              <a:solidFill>
                <a:schemeClr val="tx1"/>
              </a:solidFill>
            </a:endParaRPr>
          </a:p>
          <a:p>
            <a:pPr lvl="1" eaLnBrk="1" hangingPunct="1"/>
            <a:r>
              <a:rPr lang="ko-KR" altLang="en-US" b="0" dirty="0">
                <a:solidFill>
                  <a:schemeClr val="tx1"/>
                </a:solidFill>
              </a:rPr>
              <a:t>썬 </a:t>
            </a:r>
            <a:r>
              <a:rPr lang="en-US" altLang="ko-KR" b="0" dirty="0">
                <a:solidFill>
                  <a:schemeClr val="tx1"/>
                </a:solidFill>
              </a:rPr>
              <a:t>OS(Sun OS),</a:t>
            </a:r>
            <a:r>
              <a:rPr lang="ko-KR" altLang="en-US" b="0" dirty="0">
                <a:solidFill>
                  <a:schemeClr val="tx1"/>
                </a:solidFill>
              </a:rPr>
              <a:t> 맥 </a:t>
            </a:r>
            <a:r>
              <a:rPr lang="en-US" altLang="ko-KR" b="0" dirty="0">
                <a:solidFill>
                  <a:schemeClr val="tx1"/>
                </a:solidFill>
              </a:rPr>
              <a:t>OS(Mac OS)</a:t>
            </a:r>
            <a:r>
              <a:rPr lang="ko-KR" altLang="en-US" b="0" dirty="0">
                <a:solidFill>
                  <a:schemeClr val="tx1"/>
                </a:solidFill>
              </a:rPr>
              <a:t> 등</a:t>
            </a:r>
            <a:endParaRPr lang="en-US" altLang="ko-KR" b="0" dirty="0">
              <a:solidFill>
                <a:schemeClr val="tx1"/>
              </a:solidFill>
            </a:endParaRPr>
          </a:p>
          <a:p>
            <a:pPr marL="0" indent="0">
              <a:buNone/>
            </a:pPr>
            <a:endParaRPr lang="en-US" altLang="ko-KR" dirty="0"/>
          </a:p>
          <a:p>
            <a:pPr marL="0" indent="0">
              <a:buNone/>
            </a:pPr>
            <a:endParaRPr lang="ko-KR" altLang="en-US" dirty="0"/>
          </a:p>
        </p:txBody>
      </p:sp>
    </p:spTree>
    <p:extLst>
      <p:ext uri="{BB962C8B-B14F-4D97-AF65-F5344CB8AC3E}">
        <p14:creationId xmlns:p14="http://schemas.microsoft.com/office/powerpoint/2010/main" val="3712433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159D-DE1A-86EC-C308-07C036329D8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74D7AFE-A56C-B1BB-3B1A-B58586BBB400}"/>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63A17725-589F-4D4C-3302-2BABD7057F70}"/>
              </a:ext>
            </a:extLst>
          </p:cNvPr>
          <p:cNvSpPr>
            <a:spLocks noGrp="1"/>
          </p:cNvSpPr>
          <p:nvPr>
            <p:ph idx="10"/>
          </p:nvPr>
        </p:nvSpPr>
        <p:spPr/>
        <p:txBody>
          <a:bodyPr/>
          <a:lstStyle/>
          <a:p>
            <a:pPr marL="0" indent="0">
              <a:buNone/>
            </a:pPr>
            <a:r>
              <a:rPr lang="ko-KR" altLang="en-US" dirty="0"/>
              <a:t>리눅스</a:t>
            </a:r>
            <a:endParaRPr lang="en-US" altLang="ko-KR" dirty="0"/>
          </a:p>
          <a:p>
            <a:pPr marL="0" indent="0">
              <a:buNone/>
            </a:pPr>
            <a:endParaRPr lang="en-US" altLang="ko-KR" dirty="0"/>
          </a:p>
          <a:p>
            <a:pPr marL="0" indent="0" algn="just" eaLnBrk="1" fontAlgn="auto" hangingPunct="1">
              <a:spcAft>
                <a:spcPts val="0"/>
              </a:spcAft>
              <a:buNone/>
              <a:defRPr/>
            </a:pPr>
            <a:r>
              <a:rPr lang="en-US" altLang="ko-KR" b="0" dirty="0">
                <a:solidFill>
                  <a:schemeClr val="tx1"/>
                </a:solidFill>
                <a:latin typeface="Arial" charset="0"/>
                <a:ea typeface="바탕체" pitchFamily="17" charset="-127"/>
              </a:rPr>
              <a:t>- PC</a:t>
            </a:r>
            <a:r>
              <a:rPr lang="ko-KR" altLang="en-US" b="0" dirty="0">
                <a:solidFill>
                  <a:schemeClr val="tx1"/>
                </a:solidFill>
              </a:rPr>
              <a:t>를 위한 효율적인 유닉스</a:t>
            </a:r>
            <a:r>
              <a:rPr lang="ko-KR" altLang="en-US" b="0" dirty="0">
                <a:solidFill>
                  <a:schemeClr val="tx1"/>
                </a:solidFill>
                <a:latin typeface="Arial" charset="0"/>
                <a:ea typeface="바탕체" pitchFamily="17" charset="-127"/>
              </a:rPr>
              <a:t> </a:t>
            </a:r>
            <a:r>
              <a:rPr lang="ko-KR" altLang="en-US" b="0" dirty="0">
                <a:solidFill>
                  <a:schemeClr val="tx1"/>
                </a:solidFill>
                <a:latin typeface="Arial" charset="0"/>
              </a:rPr>
              <a:t>시스템</a:t>
            </a:r>
            <a:r>
              <a:rPr lang="ko-KR" altLang="en-US" b="0" dirty="0">
                <a:solidFill>
                  <a:schemeClr val="tx1"/>
                </a:solidFill>
                <a:latin typeface="Arial" charset="0"/>
                <a:ea typeface="바탕체" pitchFamily="17" charset="-127"/>
              </a:rPr>
              <a:t> </a:t>
            </a:r>
            <a:endParaRPr lang="en-US" altLang="ko-KR" b="0" dirty="0">
              <a:solidFill>
                <a:schemeClr val="tx1"/>
              </a:solidFill>
              <a:latin typeface="Arial" charset="0"/>
              <a:ea typeface="바탕체" pitchFamily="17" charset="-127"/>
            </a:endParaRPr>
          </a:p>
          <a:p>
            <a:pPr marL="548640" lvl="1" indent="-274320" algn="just" eaLnBrk="1" fontAlgn="auto" hangingPunct="1">
              <a:spcAft>
                <a:spcPts val="0"/>
              </a:spcAft>
              <a:defRPr/>
            </a:pPr>
            <a:r>
              <a:rPr lang="en-US" altLang="ko-KR" b="0" dirty="0">
                <a:solidFill>
                  <a:schemeClr val="tx1"/>
                </a:solidFill>
              </a:rPr>
              <a:t>1991</a:t>
            </a:r>
            <a:r>
              <a:rPr lang="ko-KR" altLang="en-US" b="0" dirty="0">
                <a:solidFill>
                  <a:schemeClr val="tx1"/>
                </a:solidFill>
              </a:rPr>
              <a:t>년 헬싱키 대학의</a:t>
            </a:r>
            <a:r>
              <a:rPr lang="ko-KR" altLang="en-US" b="0" dirty="0">
                <a:solidFill>
                  <a:schemeClr val="tx1"/>
                </a:solidFill>
                <a:latin typeface="Arial" charset="0"/>
                <a:ea typeface="바탕체" pitchFamily="17" charset="-127"/>
              </a:rPr>
              <a:t> </a:t>
            </a:r>
            <a:r>
              <a:rPr lang="en-US" altLang="ko-KR" b="0" dirty="0">
                <a:solidFill>
                  <a:schemeClr val="tx1"/>
                </a:solidFill>
                <a:latin typeface="Arial" charset="0"/>
                <a:ea typeface="바탕체" pitchFamily="17" charset="-127"/>
              </a:rPr>
              <a:t>Linus B. Torvalds</a:t>
            </a:r>
            <a:r>
              <a:rPr lang="ko-KR" altLang="en-US" b="0" dirty="0">
                <a:solidFill>
                  <a:schemeClr val="tx1"/>
                </a:solidFill>
              </a:rPr>
              <a:t>에 의해 개발됨</a:t>
            </a:r>
            <a:endParaRPr lang="en-US" altLang="ko-KR" b="0" dirty="0">
              <a:solidFill>
                <a:schemeClr val="tx1"/>
              </a:solidFill>
            </a:endParaRPr>
          </a:p>
          <a:p>
            <a:pPr lvl="4" algn="just" eaLnBrk="1" fontAlgn="auto" hangingPunct="1">
              <a:spcAft>
                <a:spcPts val="0"/>
              </a:spcAft>
              <a:buFont typeface="Wingdings" panose="05000000000000000000" pitchFamily="2" charset="2"/>
              <a:buChar char="q"/>
              <a:defRPr/>
            </a:pPr>
            <a:endParaRPr lang="en-US" altLang="ko-KR" dirty="0">
              <a:latin typeface="Arial" charset="0"/>
              <a:ea typeface="바탕체" pitchFamily="17" charset="-127"/>
            </a:endParaRPr>
          </a:p>
          <a:p>
            <a:pPr marL="0" indent="0" algn="just" eaLnBrk="1" fontAlgn="auto" hangingPunct="1">
              <a:spcAft>
                <a:spcPts val="0"/>
              </a:spcAft>
              <a:buNone/>
              <a:defRPr/>
            </a:pPr>
            <a:r>
              <a:rPr lang="en-US" altLang="ko-KR" b="0" dirty="0">
                <a:solidFill>
                  <a:schemeClr val="tx1"/>
                </a:solidFill>
              </a:rPr>
              <a:t>- </a:t>
            </a:r>
            <a:r>
              <a:rPr lang="ko-KR" altLang="en-US" b="0" dirty="0">
                <a:solidFill>
                  <a:schemeClr val="tx1"/>
                </a:solidFill>
              </a:rPr>
              <a:t>소스코드가 공개</a:t>
            </a:r>
            <a:endParaRPr lang="en-US" altLang="ko-KR" b="0" dirty="0">
              <a:solidFill>
                <a:schemeClr val="tx1"/>
              </a:solidFill>
            </a:endParaRPr>
          </a:p>
          <a:p>
            <a:pPr marL="548640" lvl="1" indent="-274320" algn="just" eaLnBrk="1" fontAlgn="auto" hangingPunct="1">
              <a:spcAft>
                <a:spcPts val="0"/>
              </a:spcAft>
              <a:defRPr/>
            </a:pPr>
            <a:r>
              <a:rPr lang="ko-KR" altLang="en-US" b="0" dirty="0">
                <a:solidFill>
                  <a:schemeClr val="tx1"/>
                </a:solidFill>
              </a:rPr>
              <a:t>인터넷 상에서 자원자들에 의해서 기능 추가 및 확장됨</a:t>
            </a:r>
            <a:endParaRPr lang="en-US" altLang="ko-KR" b="0" dirty="0">
              <a:solidFill>
                <a:schemeClr val="tx1"/>
              </a:solidFill>
            </a:endParaRPr>
          </a:p>
          <a:p>
            <a:pPr marL="548640" lvl="1" indent="-274320" algn="just" eaLnBrk="1" fontAlgn="auto" hangingPunct="1">
              <a:spcAft>
                <a:spcPts val="0"/>
              </a:spcAft>
              <a:defRPr/>
            </a:pPr>
            <a:r>
              <a:rPr lang="ko-KR" altLang="en-US" b="0" dirty="0">
                <a:solidFill>
                  <a:schemeClr val="tx1"/>
                </a:solidFill>
              </a:rPr>
              <a:t>공용 도메인 상의 무료</a:t>
            </a:r>
            <a:r>
              <a:rPr lang="ko-KR" altLang="en-US" b="0" dirty="0">
                <a:solidFill>
                  <a:schemeClr val="tx1"/>
                </a:solidFill>
                <a:latin typeface="Arial" charset="0"/>
                <a:ea typeface="바탕체" pitchFamily="17" charset="-127"/>
              </a:rPr>
              <a:t> </a:t>
            </a:r>
            <a:r>
              <a:rPr lang="en-US" altLang="ko-KR" b="0" dirty="0">
                <a:solidFill>
                  <a:schemeClr val="tx1"/>
                </a:solidFill>
                <a:latin typeface="Arial" charset="0"/>
                <a:ea typeface="바탕체" pitchFamily="17" charset="-127"/>
              </a:rPr>
              <a:t>OS</a:t>
            </a:r>
          </a:p>
          <a:p>
            <a:pPr lvl="4" algn="just" eaLnBrk="1" fontAlgn="auto" hangingPunct="1">
              <a:spcAft>
                <a:spcPts val="0"/>
              </a:spcAft>
              <a:buFont typeface="Wingdings" panose="05000000000000000000" pitchFamily="2" charset="2"/>
              <a:buChar char="q"/>
              <a:defRPr/>
            </a:pPr>
            <a:endParaRPr lang="en-US" altLang="ko-KR" dirty="0">
              <a:latin typeface="Arial" charset="0"/>
            </a:endParaRPr>
          </a:p>
          <a:p>
            <a:pPr marL="0" indent="0" algn="just" eaLnBrk="1" fontAlgn="auto" hangingPunct="1">
              <a:spcAft>
                <a:spcPts val="0"/>
              </a:spcAft>
              <a:buNone/>
              <a:defRPr/>
            </a:pPr>
            <a:r>
              <a:rPr lang="en-US" altLang="ko-KR" b="0" dirty="0">
                <a:solidFill>
                  <a:schemeClr val="tx1"/>
                </a:solidFill>
                <a:latin typeface="Arial" charset="0"/>
              </a:rPr>
              <a:t>- </a:t>
            </a:r>
            <a:r>
              <a:rPr lang="ko-KR" altLang="en-US" b="0" dirty="0">
                <a:solidFill>
                  <a:schemeClr val="tx1"/>
                </a:solidFill>
                <a:latin typeface="Arial" charset="0"/>
              </a:rPr>
              <a:t>다양한 플랫폼에 포팅</a:t>
            </a:r>
            <a:r>
              <a:rPr lang="en-US" altLang="ko-KR" b="0" dirty="0">
                <a:solidFill>
                  <a:schemeClr val="tx1"/>
                </a:solidFill>
                <a:latin typeface="Arial" charset="0"/>
              </a:rPr>
              <a:t> </a:t>
            </a:r>
            <a:r>
              <a:rPr lang="ko-KR" altLang="en-US" b="0" dirty="0">
                <a:solidFill>
                  <a:schemeClr val="tx1"/>
                </a:solidFill>
                <a:latin typeface="Arial" charset="0"/>
              </a:rPr>
              <a:t>가능</a:t>
            </a:r>
            <a:endParaRPr lang="en-US" altLang="ko-KR" b="0" dirty="0">
              <a:solidFill>
                <a:schemeClr val="tx1"/>
              </a:solidFill>
              <a:latin typeface="Arial" charset="0"/>
            </a:endParaRPr>
          </a:p>
          <a:p>
            <a:pPr marL="548640" lvl="1" indent="-274320" algn="just" eaLnBrk="1" fontAlgn="auto" hangingPunct="1">
              <a:spcAft>
                <a:spcPts val="0"/>
              </a:spcAft>
              <a:defRPr/>
            </a:pPr>
            <a:r>
              <a:rPr lang="en-US" altLang="ko-KR" b="0" dirty="0">
                <a:solidFill>
                  <a:schemeClr val="tx1"/>
                </a:solidFill>
                <a:latin typeface="Arial" charset="0"/>
              </a:rPr>
              <a:t>PC, </a:t>
            </a:r>
            <a:r>
              <a:rPr lang="ko-KR" altLang="en-US" b="0" dirty="0">
                <a:solidFill>
                  <a:schemeClr val="tx1"/>
                </a:solidFill>
                <a:latin typeface="Arial" charset="0"/>
              </a:rPr>
              <a:t>워크스테이션</a:t>
            </a:r>
            <a:r>
              <a:rPr lang="en-US" altLang="ko-KR" b="0" dirty="0">
                <a:solidFill>
                  <a:schemeClr val="tx1"/>
                </a:solidFill>
                <a:latin typeface="Arial" charset="0"/>
              </a:rPr>
              <a:t>, </a:t>
            </a:r>
            <a:r>
              <a:rPr lang="ko-KR" altLang="en-US" b="0" dirty="0">
                <a:solidFill>
                  <a:schemeClr val="tx1"/>
                </a:solidFill>
                <a:latin typeface="Arial" charset="0"/>
              </a:rPr>
              <a:t>서버</a:t>
            </a:r>
            <a:r>
              <a:rPr lang="en-US" altLang="ko-KR" b="0" dirty="0">
                <a:solidFill>
                  <a:schemeClr val="tx1"/>
                </a:solidFill>
                <a:latin typeface="Arial" charset="0"/>
              </a:rPr>
              <a:t> </a:t>
            </a:r>
            <a:r>
              <a:rPr lang="ko-KR" altLang="en-US" b="0" dirty="0">
                <a:solidFill>
                  <a:schemeClr val="tx1"/>
                </a:solidFill>
                <a:latin typeface="Arial" charset="0"/>
              </a:rPr>
              <a:t>등</a:t>
            </a:r>
            <a:endParaRPr lang="en-US" altLang="ko-KR" b="0" dirty="0">
              <a:solidFill>
                <a:schemeClr val="tx1"/>
              </a:solidFill>
              <a:latin typeface="Arial" charset="0"/>
            </a:endParaRPr>
          </a:p>
          <a:p>
            <a:pPr marL="1657350" lvl="4" indent="-342900" algn="just" eaLnBrk="1" fontAlgn="auto" hangingPunct="1">
              <a:spcAft>
                <a:spcPts val="0"/>
              </a:spcAft>
              <a:buSzPct val="60000"/>
              <a:buFont typeface="Wingdings" panose="05000000000000000000" pitchFamily="2" charset="2"/>
              <a:buChar char="q"/>
              <a:defRPr/>
            </a:pPr>
            <a:endParaRPr lang="en-US" altLang="ko-KR" sz="1200" dirty="0">
              <a:latin typeface="Arial" charset="0"/>
              <a:ea typeface="바탕체" pitchFamily="17" charset="-127"/>
            </a:endParaRPr>
          </a:p>
          <a:p>
            <a:pPr marL="0" indent="0" algn="just" eaLnBrk="1" fontAlgn="auto" hangingPunct="1">
              <a:spcAft>
                <a:spcPts val="0"/>
              </a:spcAft>
              <a:buNone/>
              <a:defRPr/>
            </a:pPr>
            <a:r>
              <a:rPr lang="en-US" altLang="ko-KR" b="0" dirty="0">
                <a:solidFill>
                  <a:schemeClr val="tx1"/>
                </a:solidFill>
                <a:latin typeface="Arial" charset="0"/>
                <a:ea typeface="바탕체" pitchFamily="17" charset="-127"/>
              </a:rPr>
              <a:t>- GNU </a:t>
            </a:r>
            <a:r>
              <a:rPr lang="ko-KR" altLang="en-US" b="0" dirty="0">
                <a:solidFill>
                  <a:schemeClr val="tx1"/>
                </a:solidFill>
              </a:rPr>
              <a:t>소프트웨어와 함께 배포</a:t>
            </a:r>
            <a:endParaRPr lang="en-US" altLang="ko-KR" b="0" dirty="0">
              <a:solidFill>
                <a:schemeClr val="tx1"/>
              </a:solidFill>
              <a:latin typeface="Arial" charset="0"/>
            </a:endParaRPr>
          </a:p>
          <a:p>
            <a:pPr marL="0" indent="0">
              <a:buNone/>
            </a:pPr>
            <a:endParaRPr lang="en-US" altLang="ko-KR" dirty="0"/>
          </a:p>
          <a:p>
            <a:pPr marL="0" indent="0">
              <a:buNone/>
            </a:pPr>
            <a:endParaRPr lang="ko-KR" altLang="en-US" dirty="0"/>
          </a:p>
        </p:txBody>
      </p:sp>
    </p:spTree>
    <p:extLst>
      <p:ext uri="{BB962C8B-B14F-4D97-AF65-F5344CB8AC3E}">
        <p14:creationId xmlns:p14="http://schemas.microsoft.com/office/powerpoint/2010/main" val="244904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D12F-C440-1347-A124-6CCFAE9F7D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E94F0D4-2D20-F43E-9FFA-6ACEDE56C3C7}"/>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0D2CB506-E1A3-DF8E-0816-69CB14A6C786}"/>
              </a:ext>
            </a:extLst>
          </p:cNvPr>
          <p:cNvSpPr>
            <a:spLocks noGrp="1"/>
          </p:cNvSpPr>
          <p:nvPr>
            <p:ph idx="10"/>
          </p:nvPr>
        </p:nvSpPr>
        <p:spPr/>
        <p:txBody>
          <a:bodyPr/>
          <a:lstStyle/>
          <a:p>
            <a:pPr marL="107025" lvl="1" indent="0">
              <a:buNone/>
            </a:pPr>
            <a:r>
              <a:rPr lang="ko-KR" altLang="en-US" sz="2000" dirty="0"/>
              <a:t>유닉스의 특징</a:t>
            </a:r>
            <a:br>
              <a:rPr lang="en-US" altLang="ko-KR" dirty="0"/>
            </a:br>
            <a:endParaRPr lang="en-US" altLang="ko-KR" dirty="0"/>
          </a:p>
          <a:p>
            <a:pPr eaLnBrk="1" hangingPunct="1"/>
            <a:r>
              <a:rPr lang="ko-KR" altLang="en-US" b="0" dirty="0">
                <a:solidFill>
                  <a:schemeClr val="tx1"/>
                </a:solidFill>
              </a:rPr>
              <a:t>단순성</a:t>
            </a:r>
            <a:endParaRPr lang="en-US" altLang="ko-KR" b="0" dirty="0">
              <a:solidFill>
                <a:schemeClr val="tx1"/>
              </a:solidFill>
            </a:endParaRPr>
          </a:p>
          <a:p>
            <a:pPr lvl="1" eaLnBrk="1" hangingPunct="1"/>
            <a:r>
              <a:rPr lang="en-US" altLang="ko-KR" b="0" dirty="0">
                <a:solidFill>
                  <a:schemeClr val="tx1"/>
                </a:solidFill>
                <a:latin typeface="Arial" panose="020B0604020202020204" pitchFamily="34" charset="0"/>
                <a:ea typeface="바탕체" panose="02030609000101010101" pitchFamily="49" charset="-127"/>
              </a:rPr>
              <a:t>MIT MULTICS</a:t>
            </a:r>
            <a:r>
              <a:rPr lang="ko-KR" altLang="en-US" b="0" dirty="0">
                <a:solidFill>
                  <a:schemeClr val="tx1"/>
                </a:solidFill>
              </a:rPr>
              <a:t>에 반대해서 최소한의 기능만 제공</a:t>
            </a:r>
            <a:endParaRPr lang="en-US" altLang="ko-KR" b="0" dirty="0">
              <a:solidFill>
                <a:schemeClr val="tx1"/>
              </a:solidFill>
            </a:endParaRPr>
          </a:p>
          <a:p>
            <a:pPr lvl="1" eaLnBrk="1" hangingPunct="1"/>
            <a:r>
              <a:rPr lang="ko-KR" altLang="en-US" b="0" dirty="0">
                <a:solidFill>
                  <a:schemeClr val="tx1"/>
                </a:solidFill>
              </a:rPr>
              <a:t>자원에 대한 일관된 관점 제공</a:t>
            </a:r>
            <a:endParaRPr lang="en-US" altLang="ko-KR" b="0" dirty="0">
              <a:solidFill>
                <a:schemeClr val="tx1"/>
              </a:solidFill>
            </a:endParaRPr>
          </a:p>
          <a:p>
            <a:pPr marL="868363" lvl="3" indent="0" eaLnBrk="1" hangingPunct="1"/>
            <a:endParaRPr lang="en-US" altLang="ko-KR" dirty="0"/>
          </a:p>
          <a:p>
            <a:pPr eaLnBrk="1" hangingPunct="1"/>
            <a:r>
              <a:rPr lang="ko-KR" altLang="en-US" b="0" dirty="0">
                <a:solidFill>
                  <a:schemeClr val="tx1"/>
                </a:solidFill>
              </a:rPr>
              <a:t>이식성</a:t>
            </a:r>
            <a:endParaRPr lang="en-US" altLang="ko-KR" b="0" dirty="0">
              <a:solidFill>
                <a:schemeClr val="tx1"/>
              </a:solidFill>
            </a:endParaRPr>
          </a:p>
          <a:p>
            <a:pPr lvl="1" eaLnBrk="1" hangingPunct="1"/>
            <a:r>
              <a:rPr lang="ko-KR" altLang="en-US" b="0" dirty="0">
                <a:solidFill>
                  <a:schemeClr val="tx1"/>
                </a:solidFill>
              </a:rPr>
              <a:t>이식성을 위해 </a:t>
            </a:r>
            <a:r>
              <a:rPr lang="en-US" altLang="ko-KR" b="0" dirty="0">
                <a:solidFill>
                  <a:schemeClr val="tx1"/>
                </a:solidFill>
              </a:rPr>
              <a:t>C </a:t>
            </a:r>
            <a:r>
              <a:rPr lang="ko-KR" altLang="en-US" b="0" dirty="0">
                <a:solidFill>
                  <a:schemeClr val="tx1"/>
                </a:solidFill>
              </a:rPr>
              <a:t>언어로 작성</a:t>
            </a:r>
          </a:p>
          <a:p>
            <a:pPr lvl="1" eaLnBrk="1" hangingPunct="1"/>
            <a:r>
              <a:rPr lang="ko-KR" altLang="en-US" b="0" dirty="0">
                <a:solidFill>
                  <a:schemeClr val="tx1"/>
                </a:solidFill>
              </a:rPr>
              <a:t>다양한 플랫폼에 이식 가능</a:t>
            </a:r>
            <a:endParaRPr lang="en-US" altLang="ko-KR" b="0" dirty="0">
              <a:solidFill>
                <a:schemeClr val="tx1"/>
              </a:solidFill>
            </a:endParaRPr>
          </a:p>
          <a:p>
            <a:pPr lvl="1" eaLnBrk="1" hangingPunct="1"/>
            <a:r>
              <a:rPr lang="ko-KR" altLang="en-US" b="0" dirty="0">
                <a:solidFill>
                  <a:schemeClr val="tx1"/>
                </a:solidFill>
              </a:rPr>
              <a:t>스마트폰</a:t>
            </a:r>
            <a:r>
              <a:rPr lang="en-US" altLang="ko-KR" b="0" dirty="0">
                <a:solidFill>
                  <a:schemeClr val="tx1"/>
                </a:solidFill>
              </a:rPr>
              <a:t>, PC, </a:t>
            </a:r>
            <a:r>
              <a:rPr lang="ko-KR" altLang="en-US" b="0" dirty="0">
                <a:solidFill>
                  <a:schemeClr val="tx1"/>
                </a:solidFill>
              </a:rPr>
              <a:t>서버</a:t>
            </a:r>
            <a:r>
              <a:rPr lang="en-US" altLang="ko-KR" b="0" dirty="0">
                <a:solidFill>
                  <a:schemeClr val="tx1"/>
                </a:solidFill>
              </a:rPr>
              <a:t>, </a:t>
            </a:r>
            <a:r>
              <a:rPr lang="ko-KR" altLang="en-US" b="0" dirty="0">
                <a:solidFill>
                  <a:schemeClr val="tx1"/>
                </a:solidFill>
              </a:rPr>
              <a:t>슈퍼컴퓨터 등</a:t>
            </a:r>
            <a:endParaRPr lang="en-US" altLang="ko-KR" b="0" dirty="0">
              <a:solidFill>
                <a:schemeClr val="tx1"/>
              </a:solidFill>
            </a:endParaRPr>
          </a:p>
          <a:p>
            <a:pPr marL="868363" lvl="3" indent="0" eaLnBrk="1" hangingPunct="1"/>
            <a:endParaRPr lang="en-US" altLang="ko-KR" dirty="0"/>
          </a:p>
          <a:p>
            <a:pPr eaLnBrk="1" hangingPunct="1"/>
            <a:r>
              <a:rPr lang="ko-KR" altLang="en-US" b="0" dirty="0">
                <a:solidFill>
                  <a:schemeClr val="tx1"/>
                </a:solidFill>
              </a:rPr>
              <a:t>개방성</a:t>
            </a:r>
            <a:endParaRPr lang="en-US" altLang="ko-KR" b="0" dirty="0">
              <a:solidFill>
                <a:schemeClr val="tx1"/>
              </a:solidFill>
            </a:endParaRPr>
          </a:p>
          <a:p>
            <a:pPr lvl="1" eaLnBrk="1" hangingPunct="1"/>
            <a:r>
              <a:rPr lang="ko-KR" altLang="en-US" b="0" dirty="0">
                <a:solidFill>
                  <a:schemeClr val="tx1"/>
                </a:solidFill>
              </a:rPr>
              <a:t>소스 코드 공개와 같은 개방성</a:t>
            </a:r>
          </a:p>
        </p:txBody>
      </p:sp>
      <p:pic>
        <p:nvPicPr>
          <p:cNvPr id="5" name="Picture 4">
            <a:extLst>
              <a:ext uri="{FF2B5EF4-FFF2-40B4-BE49-F238E27FC236}">
                <a16:creationId xmlns:a16="http://schemas.microsoft.com/office/drawing/2014/main" id="{B2394F28-1C6A-8488-7734-F37B6B08C6D8}"/>
              </a:ext>
            </a:extLst>
          </p:cNvPr>
          <p:cNvPicPr>
            <a:picLocks noChangeAspect="1"/>
          </p:cNvPicPr>
          <p:nvPr/>
        </p:nvPicPr>
        <p:blipFill>
          <a:blip r:embed="rId2"/>
          <a:stretch>
            <a:fillRect/>
          </a:stretch>
        </p:blipFill>
        <p:spPr>
          <a:xfrm>
            <a:off x="4594696" y="2788125"/>
            <a:ext cx="3789551" cy="3776063"/>
          </a:xfrm>
          <a:prstGeom prst="rect">
            <a:avLst/>
          </a:prstGeom>
        </p:spPr>
      </p:pic>
    </p:spTree>
    <p:extLst>
      <p:ext uri="{BB962C8B-B14F-4D97-AF65-F5344CB8AC3E}">
        <p14:creationId xmlns:p14="http://schemas.microsoft.com/office/powerpoint/2010/main" val="548569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B8A362-BD41-34A8-E883-DFEA0E145E50}"/>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4" name="내용 개체 틀 3">
            <a:extLst>
              <a:ext uri="{FF2B5EF4-FFF2-40B4-BE49-F238E27FC236}">
                <a16:creationId xmlns:a16="http://schemas.microsoft.com/office/drawing/2014/main" id="{E529ACED-0E9C-822B-281A-743C6B09D8E0}"/>
              </a:ext>
            </a:extLst>
          </p:cNvPr>
          <p:cNvSpPr>
            <a:spLocks noGrp="1"/>
          </p:cNvSpPr>
          <p:nvPr>
            <p:ph idx="10"/>
          </p:nvPr>
        </p:nvSpPr>
        <p:spPr>
          <a:xfrm>
            <a:off x="467518" y="1250132"/>
            <a:ext cx="8208963" cy="5400675"/>
          </a:xfrm>
        </p:spPr>
        <p:txBody>
          <a:bodyPr/>
          <a:lstStyle/>
          <a:p>
            <a:pPr eaLnBrk="1" hangingPunct="1">
              <a:lnSpc>
                <a:spcPct val="90000"/>
              </a:lnSpc>
            </a:pPr>
            <a:r>
              <a:rPr lang="ko-KR" altLang="en-US" b="0" dirty="0">
                <a:solidFill>
                  <a:schemeClr val="tx1"/>
                </a:solidFill>
              </a:rPr>
              <a:t>다중 사용자</a:t>
            </a:r>
            <a:r>
              <a:rPr lang="en-US" altLang="ko-KR" b="0" dirty="0">
                <a:solidFill>
                  <a:schemeClr val="tx1"/>
                </a:solidFill>
              </a:rPr>
              <a:t>, </a:t>
            </a:r>
            <a:r>
              <a:rPr lang="ko-KR" altLang="en-US" b="0" dirty="0">
                <a:solidFill>
                  <a:schemeClr val="tx1"/>
                </a:solidFill>
              </a:rPr>
              <a:t>다중 프로세스   운영체제</a:t>
            </a:r>
            <a:endParaRPr lang="en-US" altLang="ko-KR" b="0" dirty="0">
              <a:solidFill>
                <a:schemeClr val="tx1"/>
              </a:solidFill>
            </a:endParaRPr>
          </a:p>
          <a:p>
            <a:pPr lvl="1" eaLnBrk="1" hangingPunct="1">
              <a:lnSpc>
                <a:spcPct val="90000"/>
              </a:lnSpc>
            </a:pPr>
            <a:r>
              <a:rPr lang="ko-KR" altLang="en-US" b="0" dirty="0">
                <a:solidFill>
                  <a:schemeClr val="tx1"/>
                </a:solidFill>
              </a:rPr>
              <a:t>여러 사용자가 동시에 사용 가능</a:t>
            </a:r>
            <a:endParaRPr lang="en-US" altLang="ko-KR" b="0" dirty="0">
              <a:solidFill>
                <a:schemeClr val="tx1"/>
              </a:solidFill>
            </a:endParaRPr>
          </a:p>
          <a:p>
            <a:pPr lvl="1" eaLnBrk="1" hangingPunct="1">
              <a:lnSpc>
                <a:spcPct val="90000"/>
              </a:lnSpc>
            </a:pPr>
            <a:r>
              <a:rPr lang="ko-KR" altLang="en-US" b="0" dirty="0">
                <a:solidFill>
                  <a:schemeClr val="tx1"/>
                </a:solidFill>
              </a:rPr>
              <a:t>여러 프로그램이 동시에 실행</a:t>
            </a:r>
            <a:endParaRPr lang="en-US" altLang="ko-KR" b="0" dirty="0">
              <a:solidFill>
                <a:schemeClr val="tx1"/>
              </a:solidFill>
            </a:endParaRPr>
          </a:p>
          <a:p>
            <a:pPr lvl="1" eaLnBrk="1" hangingPunct="1">
              <a:lnSpc>
                <a:spcPct val="90000"/>
              </a:lnSpc>
            </a:pPr>
            <a:r>
              <a:rPr lang="ko-KR" altLang="en-US" b="0" dirty="0">
                <a:solidFill>
                  <a:schemeClr val="tx1"/>
                </a:solidFill>
              </a:rPr>
              <a:t>관리자 슈퍼유저가 있음</a:t>
            </a:r>
            <a:r>
              <a:rPr lang="en-US" altLang="ko-KR" b="0" dirty="0">
                <a:solidFill>
                  <a:schemeClr val="tx1"/>
                </a:solidFill>
              </a:rPr>
              <a:t>.</a:t>
            </a:r>
          </a:p>
          <a:p>
            <a:pPr marL="868363" lvl="3" indent="0" eaLnBrk="1" hangingPunct="1">
              <a:lnSpc>
                <a:spcPct val="90000"/>
              </a:lnSpc>
            </a:pPr>
            <a:endParaRPr lang="en-US" altLang="ko-KR" dirty="0"/>
          </a:p>
          <a:p>
            <a:pPr eaLnBrk="1" hangingPunct="1">
              <a:lnSpc>
                <a:spcPct val="90000"/>
              </a:lnSpc>
            </a:pPr>
            <a:r>
              <a:rPr lang="ko-KR" altLang="en-US" b="0" dirty="0">
                <a:solidFill>
                  <a:schemeClr val="tx1"/>
                </a:solidFill>
              </a:rPr>
              <a:t>쉘 프로그래밍</a:t>
            </a:r>
            <a:endParaRPr lang="en-US" altLang="ko-KR" b="0" dirty="0">
              <a:solidFill>
                <a:schemeClr val="tx1"/>
              </a:solidFill>
              <a:latin typeface="Arial" panose="020B0604020202020204" pitchFamily="34" charset="0"/>
              <a:ea typeface="바탕체" panose="02030609000101010101" pitchFamily="49" charset="-127"/>
            </a:endParaRPr>
          </a:p>
          <a:p>
            <a:pPr lvl="1" eaLnBrk="1" hangingPunct="1">
              <a:lnSpc>
                <a:spcPct val="90000"/>
              </a:lnSpc>
            </a:pPr>
            <a:r>
              <a:rPr lang="ko-KR" altLang="en-US" b="0" dirty="0">
                <a:solidFill>
                  <a:schemeClr val="tx1"/>
                </a:solidFill>
              </a:rPr>
              <a:t>명령어나 유틸리티 등을 사용하여 작성한 프로그램</a:t>
            </a:r>
          </a:p>
          <a:p>
            <a:pPr marL="868363" lvl="3" indent="0" eaLnBrk="1" hangingPunct="1">
              <a:lnSpc>
                <a:spcPct val="90000"/>
              </a:lnSpc>
            </a:pPr>
            <a:endParaRPr lang="en-US" altLang="ko-KR" dirty="0">
              <a:latin typeface="Arial" panose="020B0604020202020204" pitchFamily="34" charset="0"/>
              <a:ea typeface="바탕체" panose="02030609000101010101" pitchFamily="49" charset="-127"/>
            </a:endParaRPr>
          </a:p>
          <a:p>
            <a:pPr eaLnBrk="1" hangingPunct="1">
              <a:lnSpc>
                <a:spcPct val="90000"/>
              </a:lnSpc>
            </a:pPr>
            <a:r>
              <a:rPr lang="ko-KR" altLang="en-US" b="0" dirty="0">
                <a:solidFill>
                  <a:schemeClr val="tx1"/>
                </a:solidFill>
              </a:rPr>
              <a:t>훌륭한 네트워킹</a:t>
            </a:r>
          </a:p>
          <a:p>
            <a:pPr lvl="1" eaLnBrk="1" hangingPunct="1">
              <a:lnSpc>
                <a:spcPct val="90000"/>
              </a:lnSpc>
            </a:pPr>
            <a:r>
              <a:rPr lang="ko-KR" altLang="en-US" b="0" dirty="0">
                <a:solidFill>
                  <a:schemeClr val="tx1"/>
                </a:solidFill>
              </a:rPr>
              <a:t>유닉스에서부터 네트워킹이 시작</a:t>
            </a:r>
            <a:endParaRPr lang="en-US" altLang="ko-KR" b="0" dirty="0">
              <a:solidFill>
                <a:schemeClr val="tx1"/>
              </a:solidFill>
            </a:endParaRPr>
          </a:p>
          <a:p>
            <a:pPr lvl="1" eaLnBrk="1" hangingPunct="1">
              <a:lnSpc>
                <a:spcPct val="90000"/>
              </a:lnSpc>
            </a:pPr>
            <a:r>
              <a:rPr lang="en-US" altLang="ko-KR" b="0" dirty="0">
                <a:solidFill>
                  <a:schemeClr val="tx1"/>
                </a:solidFill>
              </a:rPr>
              <a:t>ftp, telnet, WWW, X-window </a:t>
            </a:r>
            <a:r>
              <a:rPr lang="ko-KR" altLang="en-US" b="0" dirty="0">
                <a:solidFill>
                  <a:schemeClr val="tx1"/>
                </a:solidFill>
              </a:rPr>
              <a:t>등</a:t>
            </a:r>
            <a:r>
              <a:rPr lang="en-US" altLang="ko-KR" b="0" dirty="0">
                <a:solidFill>
                  <a:schemeClr val="tx1"/>
                </a:solidFill>
              </a:rPr>
              <a:t> </a:t>
            </a:r>
          </a:p>
        </p:txBody>
      </p:sp>
      <p:pic>
        <p:nvPicPr>
          <p:cNvPr id="6" name="Picture 5">
            <a:extLst>
              <a:ext uri="{FF2B5EF4-FFF2-40B4-BE49-F238E27FC236}">
                <a16:creationId xmlns:a16="http://schemas.microsoft.com/office/drawing/2014/main" id="{49B3DAA6-748F-AF34-8A0F-63A7F185D0D4}"/>
              </a:ext>
            </a:extLst>
          </p:cNvPr>
          <p:cNvPicPr>
            <a:picLocks noChangeAspect="1"/>
          </p:cNvPicPr>
          <p:nvPr/>
        </p:nvPicPr>
        <p:blipFill>
          <a:blip r:embed="rId2"/>
          <a:stretch>
            <a:fillRect/>
          </a:stretch>
        </p:blipFill>
        <p:spPr>
          <a:xfrm>
            <a:off x="5898968" y="3573016"/>
            <a:ext cx="2962688" cy="2934109"/>
          </a:xfrm>
          <a:prstGeom prst="rect">
            <a:avLst/>
          </a:prstGeom>
        </p:spPr>
      </p:pic>
    </p:spTree>
    <p:extLst>
      <p:ext uri="{BB962C8B-B14F-4D97-AF65-F5344CB8AC3E}">
        <p14:creationId xmlns:p14="http://schemas.microsoft.com/office/powerpoint/2010/main" val="327237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05B233-95CC-DA48-DD9C-FE2D4DEDD62A}"/>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CD9A9F3C-03D3-8804-43EA-78CEF5ED2950}"/>
              </a:ext>
            </a:extLst>
          </p:cNvPr>
          <p:cNvSpPr>
            <a:spLocks noGrp="1"/>
          </p:cNvSpPr>
          <p:nvPr>
            <p:ph idx="10"/>
          </p:nvPr>
        </p:nvSpPr>
        <p:spPr/>
        <p:txBody>
          <a:bodyPr/>
          <a:lstStyle/>
          <a:p>
            <a:r>
              <a:rPr lang="en-US" altLang="ko-KR" dirty="0"/>
              <a:t>GNU </a:t>
            </a:r>
            <a:r>
              <a:rPr lang="ko-KR" altLang="en-US" dirty="0"/>
              <a:t>프로젝트의 정신</a:t>
            </a:r>
          </a:p>
          <a:p>
            <a:pPr lvl="2"/>
            <a:r>
              <a:rPr lang="en-US" altLang="ko-KR" dirty="0"/>
              <a:t>GNU</a:t>
            </a:r>
            <a:r>
              <a:rPr lang="ko-KR" altLang="en-US" dirty="0"/>
              <a:t>의 의미</a:t>
            </a:r>
            <a:r>
              <a:rPr lang="en-US" altLang="ko-KR" dirty="0"/>
              <a:t>: "GNU is Not Unix(GNU</a:t>
            </a:r>
            <a:r>
              <a:rPr lang="ko-KR" altLang="en-US" dirty="0"/>
              <a:t>는 유닉스가 아니다</a:t>
            </a:r>
            <a:r>
              <a:rPr lang="en-US" altLang="ko-KR" dirty="0"/>
              <a:t>)".</a:t>
            </a:r>
          </a:p>
          <a:p>
            <a:pPr lvl="2"/>
            <a:r>
              <a:rPr lang="ko-KR" altLang="en-US" b="1" dirty="0"/>
              <a:t>목적</a:t>
            </a:r>
            <a:r>
              <a:rPr lang="en-US" altLang="ko-KR" b="1" dirty="0"/>
              <a:t>: </a:t>
            </a:r>
            <a:r>
              <a:rPr lang="ko-KR" altLang="en-US" dirty="0"/>
              <a:t>소프트웨어 독점에 반대하며 자유로운 소프트웨어 사용 보장</a:t>
            </a:r>
            <a:endParaRPr lang="en-US" altLang="ko-KR" dirty="0"/>
          </a:p>
          <a:p>
            <a:pPr lvl="2"/>
            <a:r>
              <a:rPr lang="ko-KR" altLang="en-US" b="1" dirty="0"/>
              <a:t>네 가지 자유</a:t>
            </a:r>
          </a:p>
          <a:p>
            <a:pPr marL="694725" lvl="3" indent="-342900">
              <a:buFont typeface="+mj-ea"/>
              <a:buAutoNum type="circleNumDbPlain"/>
            </a:pPr>
            <a:r>
              <a:rPr lang="ko-KR" altLang="en-US" dirty="0"/>
              <a:t>프로그램을 어떠한 목적으로도 실행할 자유가 있다</a:t>
            </a:r>
            <a:r>
              <a:rPr lang="en-US" altLang="ko-KR" dirty="0"/>
              <a:t>.</a:t>
            </a:r>
          </a:p>
          <a:p>
            <a:pPr marL="694725" lvl="3" indent="-342900">
              <a:buFont typeface="+mj-ea"/>
              <a:buAutoNum type="circleNumDbPlain"/>
            </a:pPr>
            <a:r>
              <a:rPr lang="ko-KR" altLang="en-US" dirty="0"/>
              <a:t>프로그램의 동작 방식을 학습하고 자신의 필요에 맞게 수정할 자유가 있다</a:t>
            </a:r>
            <a:r>
              <a:rPr lang="en-US" altLang="ko-KR" dirty="0"/>
              <a:t>. </a:t>
            </a:r>
            <a:r>
              <a:rPr lang="ko-KR" altLang="en-US" dirty="0"/>
              <a:t>이를 위해서는 소스 코드에 접근할 수 있어야 한다</a:t>
            </a:r>
            <a:r>
              <a:rPr lang="en-US" altLang="ko-KR" dirty="0"/>
              <a:t>.</a:t>
            </a:r>
          </a:p>
          <a:p>
            <a:pPr marL="694725" lvl="3" indent="-342900">
              <a:buFont typeface="+mj-ea"/>
              <a:buAutoNum type="circleNumDbPlain"/>
            </a:pPr>
            <a:r>
              <a:rPr lang="ko-KR" altLang="en-US" dirty="0"/>
              <a:t>이웃을 도울 수 있도록 프로그램의 복제본을 재배포할 자유가 있다</a:t>
            </a:r>
            <a:r>
              <a:rPr lang="en-US" altLang="ko-KR" dirty="0"/>
              <a:t>.</a:t>
            </a:r>
          </a:p>
          <a:p>
            <a:pPr marL="694725" lvl="3" indent="-342900">
              <a:buFont typeface="+mj-ea"/>
              <a:buAutoNum type="circleNumDbPlain"/>
            </a:pPr>
            <a:r>
              <a:rPr lang="ko-KR" altLang="en-US" dirty="0"/>
              <a:t>프로그램을 개선하고</a:t>
            </a:r>
            <a:r>
              <a:rPr lang="en-US" altLang="ko-KR" dirty="0"/>
              <a:t>, </a:t>
            </a:r>
            <a:r>
              <a:rPr lang="ko-KR" altLang="en-US" dirty="0"/>
              <a:t>그 개선된 버전을 공동체와 공유할 자유가 있다</a:t>
            </a:r>
            <a:r>
              <a:rPr lang="en-US" altLang="ko-KR" dirty="0"/>
              <a:t>. </a:t>
            </a:r>
            <a:r>
              <a:rPr lang="ko-KR" altLang="en-US" dirty="0"/>
              <a:t>이를 위해서는 소스 코드에 접근할 수 있어야 한다</a:t>
            </a:r>
            <a:r>
              <a:rPr lang="en-US" altLang="ko-KR" dirty="0"/>
              <a:t>.</a:t>
            </a:r>
          </a:p>
          <a:p>
            <a:endParaRPr lang="ko-KR" altLang="en-US" dirty="0"/>
          </a:p>
        </p:txBody>
      </p:sp>
    </p:spTree>
    <p:extLst>
      <p:ext uri="{BB962C8B-B14F-4D97-AF65-F5344CB8AC3E}">
        <p14:creationId xmlns:p14="http://schemas.microsoft.com/office/powerpoint/2010/main" val="1779836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BFF23C-354E-903D-727E-87241BBDDA46}"/>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54D9487B-9079-2EF4-8937-3E2FA56B16AE}"/>
              </a:ext>
            </a:extLst>
          </p:cNvPr>
          <p:cNvSpPr>
            <a:spLocks noGrp="1"/>
          </p:cNvSpPr>
          <p:nvPr>
            <p:ph idx="10"/>
          </p:nvPr>
        </p:nvSpPr>
        <p:spPr/>
        <p:txBody>
          <a:bodyPr/>
          <a:lstStyle/>
          <a:p>
            <a:pPr lvl="1"/>
            <a:r>
              <a:rPr lang="en-US" altLang="ko-KR" dirty="0"/>
              <a:t>GNU </a:t>
            </a:r>
            <a:r>
              <a:rPr lang="ko-KR" altLang="en-US" dirty="0"/>
              <a:t>프로젝트의 </a:t>
            </a:r>
            <a:r>
              <a:rPr lang="en-US" altLang="ko-KR" dirty="0"/>
              <a:t>GPL(GNU General Public License) </a:t>
            </a:r>
            <a:r>
              <a:rPr lang="ko-KR" altLang="en-US" dirty="0"/>
              <a:t>제정</a:t>
            </a:r>
          </a:p>
          <a:p>
            <a:pPr lvl="2"/>
            <a:r>
              <a:rPr lang="ko-KR" altLang="en-US" b="1" dirty="0"/>
              <a:t>목적</a:t>
            </a:r>
            <a:r>
              <a:rPr lang="en-US" altLang="ko-KR" b="1" dirty="0"/>
              <a:t>: </a:t>
            </a:r>
            <a:r>
              <a:rPr lang="ko-KR" altLang="en-US" dirty="0"/>
              <a:t>자유 소프트웨어의 사용과 배포를 보장</a:t>
            </a:r>
            <a:endParaRPr lang="en-US" altLang="ko-KR" dirty="0"/>
          </a:p>
          <a:p>
            <a:pPr lvl="2"/>
            <a:r>
              <a:rPr lang="ko-KR" altLang="en-US" b="1" dirty="0"/>
              <a:t>다섯 가지 핵심 의무</a:t>
            </a:r>
            <a:endParaRPr lang="en-US" altLang="ko-KR" b="1" dirty="0"/>
          </a:p>
          <a:p>
            <a:pPr marL="694725" lvl="3" indent="-342900">
              <a:buFont typeface="+mj-ea"/>
              <a:buAutoNum type="circleNumDbPlain"/>
            </a:pPr>
            <a:r>
              <a:rPr lang="ko-KR" altLang="en-US" dirty="0"/>
              <a:t>컴퓨터 프로그램을 어떠한 </a:t>
            </a:r>
            <a:r>
              <a:rPr lang="ko-KR" altLang="en-US" dirty="0" err="1"/>
              <a:t>목적으로든</a:t>
            </a:r>
            <a:r>
              <a:rPr lang="ko-KR" altLang="en-US" dirty="0"/>
              <a:t> 사용할 수 있다</a:t>
            </a:r>
            <a:r>
              <a:rPr lang="en-US" altLang="ko-KR" dirty="0"/>
              <a:t>. </a:t>
            </a:r>
            <a:r>
              <a:rPr lang="ko-KR" altLang="en-US" dirty="0"/>
              <a:t>다만 법으로 제한하는 행위는 할 수 없다</a:t>
            </a:r>
            <a:r>
              <a:rPr lang="en-US" altLang="ko-KR" dirty="0"/>
              <a:t>.</a:t>
            </a:r>
          </a:p>
          <a:p>
            <a:pPr marL="694725" lvl="3" indent="-342900">
              <a:buFont typeface="+mj-ea"/>
              <a:buAutoNum type="circleNumDbPlain"/>
            </a:pPr>
            <a:r>
              <a:rPr lang="ko-KR" altLang="en-US" dirty="0"/>
              <a:t>컴퓨터 프로그램의 실행 복사본은 언제나 프로그램의 소스 코드와 함께 판매하거나 소스 코드를 무료로 배포해야 한다</a:t>
            </a:r>
            <a:r>
              <a:rPr lang="en-US" altLang="ko-KR" dirty="0"/>
              <a:t>.</a:t>
            </a:r>
          </a:p>
          <a:p>
            <a:pPr marL="694725" lvl="3" indent="-342900">
              <a:buFont typeface="+mj-ea"/>
              <a:buAutoNum type="circleNumDbPlain"/>
            </a:pPr>
            <a:r>
              <a:rPr lang="ko-KR" altLang="en-US" dirty="0"/>
              <a:t>컴퓨터 프로그램의 소스 코드를 용도에 따라 변경할 수 있다</a:t>
            </a:r>
            <a:r>
              <a:rPr lang="en-US" altLang="ko-KR" dirty="0"/>
              <a:t>.</a:t>
            </a:r>
          </a:p>
          <a:p>
            <a:pPr marL="694725" lvl="3" indent="-342900">
              <a:buFont typeface="+mj-ea"/>
              <a:buAutoNum type="circleNumDbPlain"/>
            </a:pPr>
            <a:r>
              <a:rPr lang="ko-KR" altLang="en-US" dirty="0"/>
              <a:t>변경된 컴퓨터 프로그램 역시 프로그램의 소스 코드를 반드시 공개 배포해야 한다</a:t>
            </a:r>
            <a:r>
              <a:rPr lang="en-US" altLang="ko-KR" dirty="0"/>
              <a:t>.</a:t>
            </a:r>
          </a:p>
          <a:p>
            <a:pPr marL="694725" lvl="3" indent="-342900">
              <a:buFont typeface="+mj-ea"/>
              <a:buAutoNum type="circleNumDbPlain"/>
            </a:pPr>
            <a:r>
              <a:rPr lang="ko-KR" altLang="en-US" dirty="0"/>
              <a:t>변경된 컴퓨터 프로그램 역시 반드시 똑같은 라이선스를 취해야 한다</a:t>
            </a:r>
            <a:r>
              <a:rPr lang="en-US" altLang="ko-KR" dirty="0"/>
              <a:t>. </a:t>
            </a:r>
            <a:r>
              <a:rPr lang="ko-KR" altLang="en-US" dirty="0"/>
              <a:t>즉</a:t>
            </a:r>
            <a:r>
              <a:rPr lang="en-US" altLang="ko-KR" dirty="0"/>
              <a:t> GPL </a:t>
            </a:r>
            <a:r>
              <a:rPr lang="ko-KR" altLang="en-US" dirty="0"/>
              <a:t>라이선스를 적용해야 한다</a:t>
            </a:r>
            <a:r>
              <a:rPr lang="en-US" altLang="ko-KR" dirty="0"/>
              <a:t>.</a:t>
            </a:r>
          </a:p>
          <a:p>
            <a:endParaRPr lang="ko-KR" altLang="en-US" dirty="0"/>
          </a:p>
        </p:txBody>
      </p:sp>
    </p:spTree>
    <p:extLst>
      <p:ext uri="{BB962C8B-B14F-4D97-AF65-F5344CB8AC3E}">
        <p14:creationId xmlns:p14="http://schemas.microsoft.com/office/powerpoint/2010/main" val="144621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7AF2-7BCE-04C4-2E3B-901FB1ACECF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1C34B2F-9EF4-E1FA-508B-34221E2097C8}"/>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808424A8-5BDB-E9D3-5F49-779BB60374D5}"/>
              </a:ext>
            </a:extLst>
          </p:cNvPr>
          <p:cNvSpPr>
            <a:spLocks noGrp="1"/>
          </p:cNvSpPr>
          <p:nvPr>
            <p:ph idx="10"/>
          </p:nvPr>
        </p:nvSpPr>
        <p:spPr/>
        <p:txBody>
          <a:bodyPr/>
          <a:lstStyle/>
          <a:p>
            <a:pPr lvl="1"/>
            <a:r>
              <a:rPr lang="ko-KR" altLang="en-US" sz="2000" dirty="0">
                <a:latin typeface="굴림" panose="020B0600000101010101" pitchFamily="34" charset="-127"/>
                <a:ea typeface="굴림" panose="020B0600000101010101" pitchFamily="34" charset="-127"/>
              </a:rPr>
              <a:t>솔라리스</a:t>
            </a:r>
            <a:r>
              <a:rPr lang="en-US" altLang="ko-KR" sz="2000" dirty="0">
                <a:latin typeface="굴림" panose="020B0600000101010101" pitchFamily="34" charset="-127"/>
                <a:ea typeface="굴림" panose="020B0600000101010101" pitchFamily="34" charset="-127"/>
              </a:rPr>
              <a:t>(Solaris)</a:t>
            </a:r>
          </a:p>
          <a:p>
            <a:pPr lvl="1"/>
            <a:endParaRPr lang="en-US" altLang="ko-KR" dirty="0"/>
          </a:p>
          <a:p>
            <a:pPr marL="0" indent="0" eaLnBrk="1" hangingPunct="1">
              <a:buNone/>
            </a:pPr>
            <a:r>
              <a:rPr lang="ko-KR" altLang="en-US" b="0" dirty="0">
                <a:solidFill>
                  <a:schemeClr val="tx1"/>
                </a:solidFill>
              </a:rPr>
              <a:t>썬</a:t>
            </a:r>
            <a:r>
              <a:rPr lang="en-US" altLang="ko-KR" b="0" dirty="0">
                <a:solidFill>
                  <a:schemeClr val="tx1"/>
                </a:solidFill>
              </a:rPr>
              <a:t>(SUN)</a:t>
            </a:r>
            <a:r>
              <a:rPr lang="ko-KR" altLang="en-US" b="0" dirty="0">
                <a:solidFill>
                  <a:schemeClr val="tx1"/>
                </a:solidFill>
              </a:rPr>
              <a:t>에서 개발한 시스템 </a:t>
            </a:r>
            <a:r>
              <a:rPr lang="en-US" altLang="ko-KR" b="0" dirty="0">
                <a:solidFill>
                  <a:schemeClr val="tx1"/>
                </a:solidFill>
              </a:rPr>
              <a:t>V </a:t>
            </a:r>
            <a:r>
              <a:rPr lang="ko-KR" altLang="en-US" b="0" dirty="0">
                <a:solidFill>
                  <a:schemeClr val="tx1"/>
                </a:solidFill>
              </a:rPr>
              <a:t>기반의 운영체제 </a:t>
            </a:r>
            <a:endParaRPr lang="en-US" altLang="ko-KR" b="0" dirty="0">
              <a:solidFill>
                <a:schemeClr val="tx1"/>
              </a:solidFill>
            </a:endParaRPr>
          </a:p>
          <a:p>
            <a:pPr lvl="1" eaLnBrk="1" hangingPunct="1"/>
            <a:r>
              <a:rPr lang="ko-KR" altLang="en-US" b="0" dirty="0">
                <a:solidFill>
                  <a:schemeClr val="tx1"/>
                </a:solidFill>
              </a:rPr>
              <a:t>썬 워크스테이션에서 전문가들이 주로 사용</a:t>
            </a:r>
            <a:endParaRPr lang="en-US" altLang="ko-KR" b="0" dirty="0">
              <a:solidFill>
                <a:schemeClr val="tx1"/>
              </a:solidFill>
            </a:endParaRPr>
          </a:p>
          <a:p>
            <a:pPr marL="0" indent="0">
              <a:buNone/>
            </a:pPr>
            <a:endParaRPr lang="ko-KR" altLang="en-US" dirty="0"/>
          </a:p>
        </p:txBody>
      </p:sp>
      <p:pic>
        <p:nvPicPr>
          <p:cNvPr id="4" name="_x50896776" descr="EMB0000148c182f">
            <a:extLst>
              <a:ext uri="{FF2B5EF4-FFF2-40B4-BE49-F238E27FC236}">
                <a16:creationId xmlns:a16="http://schemas.microsoft.com/office/drawing/2014/main" id="{272EF20E-67AB-0E7A-E3AA-E671DC0BA4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3429000"/>
            <a:ext cx="4608512"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1079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4763A-999C-E727-0530-7ACCFB2D8CE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F07CB47-827E-5E46-5B52-26EEAABED86A}"/>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CB77E1AA-932E-F93F-EBF8-56EF6305609B}"/>
              </a:ext>
            </a:extLst>
          </p:cNvPr>
          <p:cNvSpPr>
            <a:spLocks noGrp="1"/>
          </p:cNvSpPr>
          <p:nvPr>
            <p:ph idx="10"/>
          </p:nvPr>
        </p:nvSpPr>
        <p:spPr/>
        <p:txBody>
          <a:bodyPr/>
          <a:lstStyle/>
          <a:p>
            <a:pPr lvl="1"/>
            <a:r>
              <a:rPr lang="ko-KR" altLang="en-US" sz="2000" dirty="0">
                <a:latin typeface="굴림" panose="020B0600000101010101" pitchFamily="34" charset="-127"/>
                <a:ea typeface="굴림" panose="020B0600000101010101" pitchFamily="34" charset="-127"/>
              </a:rPr>
              <a:t>맥 </a:t>
            </a:r>
            <a:r>
              <a:rPr lang="en-US" altLang="ko-KR" sz="2000" dirty="0">
                <a:latin typeface="굴림" panose="020B0600000101010101" pitchFamily="34" charset="-127"/>
                <a:ea typeface="굴림" panose="020B0600000101010101" pitchFamily="34" charset="-127"/>
              </a:rPr>
              <a:t>OS(Mac OS)</a:t>
            </a:r>
          </a:p>
          <a:p>
            <a:pPr marL="107025" lvl="1" indent="0">
              <a:buNone/>
            </a:pPr>
            <a:endParaRPr lang="en-US" altLang="ko-KR" dirty="0"/>
          </a:p>
          <a:p>
            <a:pPr marL="0" indent="0" eaLnBrk="1" hangingPunct="1">
              <a:buNone/>
            </a:pPr>
            <a:r>
              <a:rPr lang="en-US" altLang="ko-KR" b="0" dirty="0">
                <a:solidFill>
                  <a:schemeClr val="tx1"/>
                </a:solidFill>
              </a:rPr>
              <a:t>- 1984</a:t>
            </a:r>
            <a:r>
              <a:rPr lang="ko-KR" altLang="en-US" b="0" dirty="0">
                <a:solidFill>
                  <a:schemeClr val="tx1"/>
                </a:solidFill>
              </a:rPr>
              <a:t>년 애플 매킨토시 컴퓨터용 운영체제로 개발</a:t>
            </a:r>
            <a:endParaRPr lang="en-US" altLang="ko-KR" b="0" dirty="0">
              <a:solidFill>
                <a:schemeClr val="tx1"/>
              </a:solidFill>
            </a:endParaRPr>
          </a:p>
          <a:p>
            <a:pPr lvl="1" eaLnBrk="1" hangingPunct="1"/>
            <a:r>
              <a:rPr lang="ko-KR" altLang="en-US" b="0" dirty="0">
                <a:solidFill>
                  <a:schemeClr val="tx1"/>
                </a:solidFill>
              </a:rPr>
              <a:t>개인용 컴퓨터에 </a:t>
            </a:r>
            <a:r>
              <a:rPr lang="en-US" altLang="ko-KR" b="0" dirty="0">
                <a:solidFill>
                  <a:schemeClr val="tx1"/>
                </a:solidFill>
              </a:rPr>
              <a:t>GUI</a:t>
            </a:r>
            <a:r>
              <a:rPr lang="ko-KR" altLang="en-US" b="0" dirty="0">
                <a:solidFill>
                  <a:schemeClr val="tx1"/>
                </a:solidFill>
              </a:rPr>
              <a:t>를 처음으로 도입</a:t>
            </a:r>
            <a:endParaRPr lang="en-US" altLang="ko-KR" b="0" dirty="0">
              <a:solidFill>
                <a:schemeClr val="tx1"/>
              </a:solidFill>
            </a:endParaRPr>
          </a:p>
          <a:p>
            <a:pPr marL="0" indent="0" eaLnBrk="1" hangingPunct="1">
              <a:buNone/>
            </a:pPr>
            <a:r>
              <a:rPr lang="en-US" altLang="ko-KR" b="0" dirty="0">
                <a:solidFill>
                  <a:schemeClr val="tx1"/>
                </a:solidFill>
              </a:rPr>
              <a:t>- </a:t>
            </a:r>
            <a:r>
              <a:rPr lang="ko-KR" altLang="en-US" b="0" dirty="0">
                <a:solidFill>
                  <a:schemeClr val="tx1"/>
                </a:solidFill>
              </a:rPr>
              <a:t>맥 </a:t>
            </a:r>
            <a:r>
              <a:rPr lang="en-US" altLang="ko-KR" b="0" dirty="0">
                <a:solidFill>
                  <a:schemeClr val="tx1"/>
                </a:solidFill>
              </a:rPr>
              <a:t>OS X</a:t>
            </a:r>
          </a:p>
          <a:p>
            <a:pPr lvl="1" eaLnBrk="1" hangingPunct="1"/>
            <a:r>
              <a:rPr lang="en-US" altLang="ko-KR" b="0" dirty="0">
                <a:solidFill>
                  <a:schemeClr val="tx1"/>
                </a:solidFill>
              </a:rPr>
              <a:t>2002</a:t>
            </a:r>
            <a:r>
              <a:rPr lang="ko-KR" altLang="en-US" b="0" dirty="0">
                <a:solidFill>
                  <a:schemeClr val="tx1"/>
                </a:solidFill>
              </a:rPr>
              <a:t>년에 </a:t>
            </a:r>
            <a:r>
              <a:rPr lang="en-US" altLang="ko-KR" b="0" dirty="0" err="1">
                <a:solidFill>
                  <a:schemeClr val="tx1"/>
                </a:solidFill>
              </a:rPr>
              <a:t>NeXTSTEP</a:t>
            </a:r>
            <a:r>
              <a:rPr lang="en-US" altLang="ko-KR" b="0" dirty="0">
                <a:solidFill>
                  <a:schemeClr val="tx1"/>
                </a:solidFill>
              </a:rPr>
              <a:t> </a:t>
            </a:r>
            <a:r>
              <a:rPr lang="ko-KR" altLang="en-US" b="0" dirty="0">
                <a:solidFill>
                  <a:schemeClr val="tx1"/>
                </a:solidFill>
              </a:rPr>
              <a:t>운영체제와 </a:t>
            </a:r>
            <a:r>
              <a:rPr lang="en-US" altLang="ko-KR" b="0" dirty="0">
                <a:solidFill>
                  <a:schemeClr val="tx1"/>
                </a:solidFill>
              </a:rPr>
              <a:t>BSD </a:t>
            </a:r>
            <a:r>
              <a:rPr lang="ko-KR" altLang="en-US" b="0" dirty="0">
                <a:solidFill>
                  <a:schemeClr val="tx1"/>
                </a:solidFill>
              </a:rPr>
              <a:t>유닉스를 기반으로 개발</a:t>
            </a:r>
            <a:endParaRPr lang="en-US" altLang="ko-KR" b="0" dirty="0">
              <a:solidFill>
                <a:schemeClr val="tx1"/>
              </a:solidFill>
            </a:endParaRPr>
          </a:p>
          <a:p>
            <a:pPr lvl="1" eaLnBrk="1" hangingPunct="1"/>
            <a:r>
              <a:rPr lang="ko-KR" altLang="en-US" b="0" dirty="0">
                <a:solidFill>
                  <a:schemeClr val="tx1"/>
                </a:solidFill>
              </a:rPr>
              <a:t>문서편집</a:t>
            </a:r>
            <a:r>
              <a:rPr lang="en-US" altLang="ko-KR" b="0" dirty="0">
                <a:solidFill>
                  <a:schemeClr val="tx1"/>
                </a:solidFill>
              </a:rPr>
              <a:t>, </a:t>
            </a:r>
            <a:r>
              <a:rPr lang="ko-KR" altLang="en-US" b="0" dirty="0">
                <a:solidFill>
                  <a:schemeClr val="tx1"/>
                </a:solidFill>
              </a:rPr>
              <a:t>그래픽</a:t>
            </a:r>
            <a:r>
              <a:rPr lang="en-US" altLang="ko-KR" b="0" dirty="0">
                <a:solidFill>
                  <a:schemeClr val="tx1"/>
                </a:solidFill>
              </a:rPr>
              <a:t>, </a:t>
            </a:r>
            <a:r>
              <a:rPr lang="ko-KR" altLang="en-US" b="0" dirty="0">
                <a:solidFill>
                  <a:schemeClr val="tx1"/>
                </a:solidFill>
              </a:rPr>
              <a:t>멀티미디어 등의 분야에서 많이 사용됨</a:t>
            </a:r>
            <a:endParaRPr lang="en-US" altLang="ko-KR" b="0" dirty="0">
              <a:solidFill>
                <a:schemeClr val="tx1"/>
              </a:solidFill>
            </a:endParaRPr>
          </a:p>
          <a:p>
            <a:pPr marL="0" indent="0">
              <a:buNone/>
            </a:pPr>
            <a:endParaRPr lang="ko-KR" altLang="en-US" dirty="0"/>
          </a:p>
        </p:txBody>
      </p:sp>
      <p:pic>
        <p:nvPicPr>
          <p:cNvPr id="5" name="_x50896336" descr="EMB0000148c1830">
            <a:extLst>
              <a:ext uri="{FF2B5EF4-FFF2-40B4-BE49-F238E27FC236}">
                <a16:creationId xmlns:a16="http://schemas.microsoft.com/office/drawing/2014/main" id="{6D0854F9-D956-D1D0-0E6E-CA702B962A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4149080"/>
            <a:ext cx="3426214"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1826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28EA-AF49-1994-BF3C-B1BD29C1ACD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B6659F3-0468-A037-83F8-4E2CBCC2AE7C}"/>
              </a:ext>
            </a:extLst>
          </p:cNvPr>
          <p:cNvSpPr>
            <a:spLocks noGrp="1"/>
          </p:cNvSpPr>
          <p:nvPr>
            <p:ph type="title"/>
          </p:nvPr>
        </p:nvSpPr>
        <p:spPr/>
        <p:txBody>
          <a:bodyPr/>
          <a:lstStyle/>
          <a:p>
            <a:r>
              <a:rPr lang="en-US" altLang="ko-KR" sz="2400" dirty="0"/>
              <a:t>01 </a:t>
            </a:r>
            <a:r>
              <a:rPr lang="ko-KR" altLang="en-US" sz="2400" dirty="0"/>
              <a:t>유닉스와 리눅스</a:t>
            </a:r>
            <a:endParaRPr lang="ko-KR" altLang="en-US" dirty="0"/>
          </a:p>
        </p:txBody>
      </p:sp>
      <p:sp>
        <p:nvSpPr>
          <p:cNvPr id="3" name="내용 개체 틀 2">
            <a:extLst>
              <a:ext uri="{FF2B5EF4-FFF2-40B4-BE49-F238E27FC236}">
                <a16:creationId xmlns:a16="http://schemas.microsoft.com/office/drawing/2014/main" id="{F4F87D9A-AB82-0D72-C2ED-C3680FFD2183}"/>
              </a:ext>
            </a:extLst>
          </p:cNvPr>
          <p:cNvSpPr>
            <a:spLocks noGrp="1"/>
          </p:cNvSpPr>
          <p:nvPr>
            <p:ph idx="10"/>
          </p:nvPr>
        </p:nvSpPr>
        <p:spPr/>
        <p:txBody>
          <a:bodyPr/>
          <a:lstStyle/>
          <a:p>
            <a:pPr lvl="1"/>
            <a:r>
              <a:rPr lang="ko-KR" altLang="en-US" sz="2000" dirty="0">
                <a:latin typeface="굴림" panose="020B0600000101010101" pitchFamily="34" charset="-127"/>
                <a:ea typeface="굴림" panose="020B0600000101010101" pitchFamily="34" charset="-127"/>
              </a:rPr>
              <a:t>모바일 기기용 운영체제</a:t>
            </a:r>
            <a:endParaRPr lang="en-US" altLang="ko-KR" sz="2000" dirty="0">
              <a:latin typeface="굴림" panose="020B0600000101010101" pitchFamily="34" charset="-127"/>
              <a:ea typeface="굴림" panose="020B0600000101010101" pitchFamily="34" charset="-127"/>
            </a:endParaRPr>
          </a:p>
          <a:p>
            <a:pPr lvl="1"/>
            <a:endParaRPr lang="en-US" altLang="ko-KR" dirty="0"/>
          </a:p>
          <a:p>
            <a:pPr marL="0" indent="0" eaLnBrk="1" hangingPunct="1">
              <a:buNone/>
            </a:pPr>
            <a:r>
              <a:rPr lang="en-US" altLang="ko-KR" sz="2200" b="0" dirty="0">
                <a:solidFill>
                  <a:schemeClr val="tx1"/>
                </a:solidFill>
              </a:rPr>
              <a:t>- </a:t>
            </a:r>
            <a:r>
              <a:rPr lang="ko-KR" altLang="en-US" sz="2200" b="0" dirty="0">
                <a:solidFill>
                  <a:schemeClr val="tx1"/>
                </a:solidFill>
              </a:rPr>
              <a:t>안드로이드</a:t>
            </a:r>
            <a:r>
              <a:rPr lang="en-US" altLang="ko-KR" sz="2200" b="0" dirty="0">
                <a:solidFill>
                  <a:schemeClr val="tx1"/>
                </a:solidFill>
              </a:rPr>
              <a:t>(Android)</a:t>
            </a:r>
            <a:r>
              <a:rPr lang="ko-KR" altLang="en-US" sz="2200" b="0" dirty="0">
                <a:solidFill>
                  <a:schemeClr val="tx1"/>
                </a:solidFill>
              </a:rPr>
              <a:t> </a:t>
            </a:r>
            <a:endParaRPr lang="en-US" altLang="ko-KR" sz="2200" b="0" dirty="0">
              <a:solidFill>
                <a:schemeClr val="tx1"/>
              </a:solidFill>
            </a:endParaRPr>
          </a:p>
          <a:p>
            <a:pPr lvl="1" eaLnBrk="1" hangingPunct="1"/>
            <a:r>
              <a:rPr lang="ko-KR" altLang="en-US" sz="1800" b="0" dirty="0">
                <a:solidFill>
                  <a:schemeClr val="tx1"/>
                </a:solidFill>
              </a:rPr>
              <a:t>리눅스 기반 모바일 기기용</a:t>
            </a:r>
            <a:endParaRPr lang="en-US" altLang="ko-KR" sz="1800" b="0" dirty="0">
              <a:solidFill>
                <a:schemeClr val="tx1"/>
              </a:solidFill>
            </a:endParaRPr>
          </a:p>
          <a:p>
            <a:pPr lvl="1" eaLnBrk="1" hangingPunct="1"/>
            <a:r>
              <a:rPr lang="ko-KR" altLang="en-US" sz="1800" b="0" dirty="0">
                <a:solidFill>
                  <a:schemeClr val="tx1"/>
                </a:solidFill>
              </a:rPr>
              <a:t>주로 스마트폰</a:t>
            </a:r>
            <a:r>
              <a:rPr lang="en-US" altLang="ko-KR" sz="1800" b="0" dirty="0">
                <a:solidFill>
                  <a:schemeClr val="tx1"/>
                </a:solidFill>
              </a:rPr>
              <a:t>, </a:t>
            </a:r>
            <a:r>
              <a:rPr lang="ko-KR" altLang="en-US" sz="1800" b="0" dirty="0">
                <a:solidFill>
                  <a:schemeClr val="tx1"/>
                </a:solidFill>
              </a:rPr>
              <a:t>태블릿 </a:t>
            </a:r>
            <a:r>
              <a:rPr lang="en-US" altLang="ko-KR" sz="1800" b="0" dirty="0">
                <a:solidFill>
                  <a:schemeClr val="tx1"/>
                </a:solidFill>
              </a:rPr>
              <a:t>PC </a:t>
            </a:r>
            <a:r>
              <a:rPr lang="ko-KR" altLang="en-US" sz="1800" b="0" dirty="0">
                <a:solidFill>
                  <a:schemeClr val="tx1"/>
                </a:solidFill>
              </a:rPr>
              <a:t>등</a:t>
            </a:r>
            <a:endParaRPr lang="en-US" altLang="ko-KR" sz="1800" b="0" dirty="0">
              <a:solidFill>
                <a:schemeClr val="tx1"/>
              </a:solidFill>
            </a:endParaRPr>
          </a:p>
          <a:p>
            <a:pPr lvl="1" eaLnBrk="1" hangingPunct="1"/>
            <a:r>
              <a:rPr lang="ko-KR" altLang="en-US" sz="1800" b="0" dirty="0">
                <a:solidFill>
                  <a:schemeClr val="tx1"/>
                </a:solidFill>
              </a:rPr>
              <a:t>개방형 운영체제로 소스 코드 등 공개</a:t>
            </a:r>
            <a:endParaRPr lang="en-US" altLang="ko-KR" sz="1800" b="0" dirty="0">
              <a:solidFill>
                <a:schemeClr val="tx1"/>
              </a:solidFill>
            </a:endParaRPr>
          </a:p>
          <a:p>
            <a:pPr marL="0" indent="0">
              <a:buNone/>
            </a:pPr>
            <a:endParaRPr lang="en-US" altLang="ko-KR" b="0" dirty="0">
              <a:solidFill>
                <a:schemeClr val="tx1"/>
              </a:solidFill>
            </a:endParaRPr>
          </a:p>
          <a:p>
            <a:pPr marL="0" indent="0" eaLnBrk="1" hangingPunct="1">
              <a:buNone/>
            </a:pPr>
            <a:r>
              <a:rPr lang="en-US" altLang="ko-KR" sz="2200" b="0" dirty="0">
                <a:solidFill>
                  <a:schemeClr val="tx1"/>
                </a:solidFill>
              </a:rPr>
              <a:t>- iOS</a:t>
            </a:r>
          </a:p>
          <a:p>
            <a:pPr lvl="1" eaLnBrk="1" hangingPunct="1"/>
            <a:r>
              <a:rPr lang="ko-KR" altLang="en-US" sz="1800" b="0" dirty="0">
                <a:solidFill>
                  <a:schemeClr val="tx1"/>
                </a:solidFill>
              </a:rPr>
              <a:t>맥 </a:t>
            </a:r>
            <a:r>
              <a:rPr lang="en-US" altLang="ko-KR" sz="1800" b="0" dirty="0">
                <a:solidFill>
                  <a:schemeClr val="tx1"/>
                </a:solidFill>
              </a:rPr>
              <a:t>OS X</a:t>
            </a:r>
            <a:r>
              <a:rPr lang="ko-KR" altLang="en-US" sz="1800" b="0" dirty="0">
                <a:solidFill>
                  <a:schemeClr val="tx1"/>
                </a:solidFill>
              </a:rPr>
              <a:t>를 기반으로 개발된 모바일 기기용 운영체제</a:t>
            </a:r>
            <a:endParaRPr lang="en-US" altLang="ko-KR" sz="1800" b="0" dirty="0">
              <a:solidFill>
                <a:schemeClr val="tx1"/>
              </a:solidFill>
            </a:endParaRPr>
          </a:p>
          <a:p>
            <a:pPr lvl="1" eaLnBrk="1" hangingPunct="1"/>
            <a:r>
              <a:rPr lang="ko-KR" altLang="en-US" sz="1800" b="0" dirty="0">
                <a:solidFill>
                  <a:schemeClr val="tx1"/>
                </a:solidFill>
              </a:rPr>
              <a:t>애플사의 </a:t>
            </a:r>
            <a:r>
              <a:rPr lang="en-US" altLang="ko-KR" sz="1800" b="0" dirty="0">
                <a:solidFill>
                  <a:schemeClr val="tx1"/>
                </a:solidFill>
              </a:rPr>
              <a:t>iPhone, iPad, iPod </a:t>
            </a:r>
          </a:p>
          <a:p>
            <a:pPr marL="0" indent="0">
              <a:buNone/>
            </a:pPr>
            <a:endParaRPr lang="ko-KR" altLang="en-US" dirty="0"/>
          </a:p>
        </p:txBody>
      </p:sp>
      <p:pic>
        <p:nvPicPr>
          <p:cNvPr id="4" name="_x50917256" descr="EMB0000148c1831">
            <a:extLst>
              <a:ext uri="{FF2B5EF4-FFF2-40B4-BE49-F238E27FC236}">
                <a16:creationId xmlns:a16="http://schemas.microsoft.com/office/drawing/2014/main" id="{98FF1E9D-686C-5848-DC0B-FD8A8AE9C7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374" y="1304664"/>
            <a:ext cx="17938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_x83532608" descr="EMB0000148c1832">
            <a:extLst>
              <a:ext uri="{FF2B5EF4-FFF2-40B4-BE49-F238E27FC236}">
                <a16:creationId xmlns:a16="http://schemas.microsoft.com/office/drawing/2014/main" id="{B672893F-CD7B-D89C-F259-499F1810D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6775" y="4118184"/>
            <a:ext cx="1706562"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107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3"/>
          </p:nvPr>
        </p:nvSpPr>
        <p:spPr>
          <a:xfrm>
            <a:off x="827584" y="3425304"/>
            <a:ext cx="7704856" cy="938937"/>
          </a:xfrm>
        </p:spPr>
        <p:txBody>
          <a:bodyPr/>
          <a:lstStyle/>
          <a:p>
            <a:r>
              <a:rPr lang="ko-KR" altLang="en-US" sz="4400" dirty="0"/>
              <a:t>운영체제 개요</a:t>
            </a:r>
          </a:p>
        </p:txBody>
      </p:sp>
      <p:sp>
        <p:nvSpPr>
          <p:cNvPr id="4" name="텍스트 개체 틀 3"/>
          <p:cNvSpPr>
            <a:spLocks noGrp="1"/>
          </p:cNvSpPr>
          <p:nvPr>
            <p:ph type="body" sz="quarter" idx="14"/>
          </p:nvPr>
        </p:nvSpPr>
        <p:spPr/>
        <p:txBody>
          <a:bodyPr/>
          <a:lstStyle/>
          <a:p>
            <a:r>
              <a:rPr lang="en-US" altLang="ko-KR" dirty="0"/>
              <a:t>Section 02</a:t>
            </a:r>
            <a:endParaRPr lang="ko-KR" altLang="en-US" dirty="0"/>
          </a:p>
        </p:txBody>
      </p:sp>
    </p:spTree>
    <p:extLst>
      <p:ext uri="{BB962C8B-B14F-4D97-AF65-F5344CB8AC3E}">
        <p14:creationId xmlns:p14="http://schemas.microsoft.com/office/powerpoint/2010/main" val="3106358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37A88354-209F-4D17-BFA8-732C6D609A4A}"/>
              </a:ext>
            </a:extLst>
          </p:cNvPr>
          <p:cNvSpPr>
            <a:spLocks noGrp="1"/>
          </p:cNvSpPr>
          <p:nvPr>
            <p:ph type="title"/>
          </p:nvPr>
        </p:nvSpPr>
        <p:spPr>
          <a:xfrm>
            <a:off x="539552" y="184745"/>
            <a:ext cx="6840760" cy="548680"/>
          </a:xfrm>
        </p:spPr>
        <p:txBody>
          <a:bodyPr wrap="square" anchor="ctr">
            <a:normAutofit/>
          </a:bodyPr>
          <a:lstStyle/>
          <a:p>
            <a:r>
              <a:rPr lang="en-US" altLang="ko-KR" dirty="0"/>
              <a:t>02 </a:t>
            </a:r>
            <a:r>
              <a:rPr lang="ko-KR" altLang="en-US" dirty="0"/>
              <a:t>운영체제 개요</a:t>
            </a:r>
          </a:p>
        </p:txBody>
      </p:sp>
      <p:graphicFrame>
        <p:nvGraphicFramePr>
          <p:cNvPr id="7" name="내용 개체 틀 4">
            <a:extLst>
              <a:ext uri="{FF2B5EF4-FFF2-40B4-BE49-F238E27FC236}">
                <a16:creationId xmlns:a16="http://schemas.microsoft.com/office/drawing/2014/main" id="{9BF4B935-171C-0D61-7C33-20CB8C422B0B}"/>
              </a:ext>
            </a:extLst>
          </p:cNvPr>
          <p:cNvGraphicFramePr>
            <a:graphicFrameLocks noGrp="1"/>
          </p:cNvGraphicFramePr>
          <p:nvPr>
            <p:ph idx="10"/>
            <p:extLst>
              <p:ext uri="{D42A27DB-BD31-4B8C-83A1-F6EECF244321}">
                <p14:modId xmlns:p14="http://schemas.microsoft.com/office/powerpoint/2010/main" val="158058630"/>
              </p:ext>
            </p:extLst>
          </p:nvPr>
        </p:nvGraphicFramePr>
        <p:xfrm>
          <a:off x="539552" y="1196752"/>
          <a:ext cx="8208912" cy="54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9432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내용 개체 틀 5" descr="텍스트, 스크린샷, 폰트, 도표이(가) 표시된 사진&#10;&#10;자동 생성된 설명">
            <a:extLst>
              <a:ext uri="{FF2B5EF4-FFF2-40B4-BE49-F238E27FC236}">
                <a16:creationId xmlns:a16="http://schemas.microsoft.com/office/drawing/2014/main" id="{8A6E6B9F-0168-F490-95CC-D9609D6130F0}"/>
              </a:ext>
            </a:extLst>
          </p:cNvPr>
          <p:cNvPicPr>
            <a:picLocks noGrp="1" noChangeAspect="1"/>
          </p:cNvPicPr>
          <p:nvPr>
            <p:ph idx="11"/>
          </p:nvPr>
        </p:nvPicPr>
        <p:blipFill>
          <a:blip r:embed="rId2">
            <a:extLst>
              <a:ext uri="{28A0092B-C50C-407E-A947-70E740481C1C}">
                <a14:useLocalDpi xmlns:a14="http://schemas.microsoft.com/office/drawing/2010/main" val="0"/>
              </a:ext>
            </a:extLst>
          </a:blip>
          <a:stretch>
            <a:fillRect/>
          </a:stretch>
        </p:blipFill>
        <p:spPr>
          <a:xfrm>
            <a:off x="4464050" y="1890763"/>
            <a:ext cx="4284663" cy="4013099"/>
          </a:xfrm>
        </p:spPr>
      </p:pic>
      <p:sp>
        <p:nvSpPr>
          <p:cNvPr id="2" name="제목 1">
            <a:extLst>
              <a:ext uri="{FF2B5EF4-FFF2-40B4-BE49-F238E27FC236}">
                <a16:creationId xmlns:a16="http://schemas.microsoft.com/office/drawing/2014/main" id="{6F1373F6-C0AB-2359-6CE1-7799CEA26F24}"/>
              </a:ext>
            </a:extLst>
          </p:cNvPr>
          <p:cNvSpPr>
            <a:spLocks noGrp="1"/>
          </p:cNvSpPr>
          <p:nvPr>
            <p:ph type="title"/>
          </p:nvPr>
        </p:nvSpPr>
        <p:spPr/>
        <p:txBody>
          <a:bodyPr/>
          <a:lstStyle/>
          <a:p>
            <a:r>
              <a:rPr lang="en-US" altLang="ko-KR" sz="2400" dirty="0"/>
              <a:t>02 </a:t>
            </a:r>
            <a:r>
              <a:rPr lang="ko-KR" altLang="en-US" sz="2400" dirty="0"/>
              <a:t>운영체제 개요</a:t>
            </a:r>
            <a:endParaRPr lang="ko-KR" altLang="en-US" dirty="0"/>
          </a:p>
        </p:txBody>
      </p:sp>
      <p:sp>
        <p:nvSpPr>
          <p:cNvPr id="3" name="내용 개체 틀 2">
            <a:extLst>
              <a:ext uri="{FF2B5EF4-FFF2-40B4-BE49-F238E27FC236}">
                <a16:creationId xmlns:a16="http://schemas.microsoft.com/office/drawing/2014/main" id="{6A7A1B2C-54EF-41C8-2B05-48B2C528B212}"/>
              </a:ext>
            </a:extLst>
          </p:cNvPr>
          <p:cNvSpPr>
            <a:spLocks noGrp="1"/>
          </p:cNvSpPr>
          <p:nvPr>
            <p:ph idx="10"/>
          </p:nvPr>
        </p:nvSpPr>
        <p:spPr/>
        <p:txBody>
          <a:bodyPr/>
          <a:lstStyle/>
          <a:p>
            <a:pPr lvl="1"/>
            <a:r>
              <a:rPr lang="ko-KR" altLang="en-US" dirty="0"/>
              <a:t>운영체제의 구성 요소</a:t>
            </a:r>
            <a:endParaRPr lang="en-US" altLang="ko-KR" dirty="0"/>
          </a:p>
          <a:p>
            <a:pPr lvl="2"/>
            <a:r>
              <a:rPr lang="ko-KR" altLang="en-US" b="1" dirty="0"/>
              <a:t>커널</a:t>
            </a:r>
            <a:r>
              <a:rPr lang="en-US" altLang="ko-KR" dirty="0"/>
              <a:t>: </a:t>
            </a:r>
            <a:r>
              <a:rPr lang="ko-KR" altLang="en-US" dirty="0"/>
              <a:t>하드웨어 제어</a:t>
            </a:r>
            <a:r>
              <a:rPr lang="en-US" altLang="ko-KR" dirty="0"/>
              <a:t>, </a:t>
            </a:r>
            <a:r>
              <a:rPr lang="ko-KR" altLang="en-US" dirty="0"/>
              <a:t>프로세스 및 메모리 관리</a:t>
            </a:r>
            <a:endParaRPr lang="en-US" altLang="ko-KR" dirty="0"/>
          </a:p>
          <a:p>
            <a:pPr lvl="2"/>
            <a:r>
              <a:rPr lang="ko-KR" altLang="en-US" b="1" dirty="0"/>
              <a:t>파일 시스템</a:t>
            </a:r>
            <a:r>
              <a:rPr lang="en-US" altLang="ko-KR" dirty="0"/>
              <a:t>: </a:t>
            </a:r>
            <a:r>
              <a:rPr lang="ko-KR" altLang="en-US" dirty="0"/>
              <a:t>파일 및 디렉터리 관리</a:t>
            </a:r>
            <a:endParaRPr lang="en-US" altLang="ko-KR" dirty="0"/>
          </a:p>
          <a:p>
            <a:pPr lvl="2"/>
            <a:r>
              <a:rPr lang="ko-KR" altLang="en-US" b="1" dirty="0"/>
              <a:t>디바이스 드라이버</a:t>
            </a:r>
            <a:r>
              <a:rPr lang="en-US" altLang="ko-KR" dirty="0"/>
              <a:t>: </a:t>
            </a:r>
            <a:r>
              <a:rPr lang="ko-KR" altLang="en-US" dirty="0"/>
              <a:t>하드웨어와의 통신</a:t>
            </a:r>
            <a:endParaRPr lang="en-US" altLang="ko-KR" dirty="0"/>
          </a:p>
          <a:p>
            <a:pPr lvl="2"/>
            <a:r>
              <a:rPr lang="ko-KR" altLang="en-US" b="1" dirty="0"/>
              <a:t>시스템 호출</a:t>
            </a:r>
            <a:r>
              <a:rPr lang="en-US" altLang="ko-KR" dirty="0"/>
              <a:t>: </a:t>
            </a:r>
            <a:r>
              <a:rPr lang="ko-KR" altLang="en-US" dirty="0"/>
              <a:t>응용 프로그램이 운영체제 기능에 접근</a:t>
            </a:r>
            <a:endParaRPr lang="en-US" altLang="ko-KR" dirty="0"/>
          </a:p>
          <a:p>
            <a:pPr lvl="2"/>
            <a:r>
              <a:rPr lang="ko-KR" altLang="en-US" b="1" dirty="0"/>
              <a:t>사용자 인터페이스</a:t>
            </a:r>
            <a:r>
              <a:rPr lang="en-US" altLang="ko-KR" dirty="0"/>
              <a:t>: </a:t>
            </a:r>
            <a:r>
              <a:rPr lang="ko-KR" altLang="en-US" dirty="0"/>
              <a:t>명령 해석 및 실행</a:t>
            </a:r>
            <a:endParaRPr lang="en-US" altLang="ko-KR" dirty="0"/>
          </a:p>
          <a:p>
            <a:endParaRPr lang="ko-KR" altLang="en-US" dirty="0"/>
          </a:p>
          <a:p>
            <a:endParaRPr lang="ko-KR" altLang="en-US" dirty="0"/>
          </a:p>
        </p:txBody>
      </p:sp>
    </p:spTree>
    <p:extLst>
      <p:ext uri="{BB962C8B-B14F-4D97-AF65-F5344CB8AC3E}">
        <p14:creationId xmlns:p14="http://schemas.microsoft.com/office/powerpoint/2010/main" val="2990735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68E986A-0AB5-9420-D935-385E2F4F4727}"/>
              </a:ext>
            </a:extLst>
          </p:cNvPr>
          <p:cNvSpPr>
            <a:spLocks noGrp="1"/>
          </p:cNvSpPr>
          <p:nvPr>
            <p:ph type="title"/>
          </p:nvPr>
        </p:nvSpPr>
        <p:spPr/>
        <p:txBody>
          <a:bodyPr/>
          <a:lstStyle/>
          <a:p>
            <a:r>
              <a:rPr lang="en-US" altLang="ko-KR" dirty="0"/>
              <a:t>02 </a:t>
            </a:r>
            <a:r>
              <a:rPr lang="ko-KR" altLang="en-US" dirty="0"/>
              <a:t>운영체제 개요</a:t>
            </a:r>
          </a:p>
        </p:txBody>
      </p:sp>
      <p:sp>
        <p:nvSpPr>
          <p:cNvPr id="3" name="내용 개체 틀 2">
            <a:extLst>
              <a:ext uri="{FF2B5EF4-FFF2-40B4-BE49-F238E27FC236}">
                <a16:creationId xmlns:a16="http://schemas.microsoft.com/office/drawing/2014/main" id="{344772E6-E753-85E4-52A8-2084082FC1C5}"/>
              </a:ext>
            </a:extLst>
          </p:cNvPr>
          <p:cNvSpPr>
            <a:spLocks noGrp="1"/>
          </p:cNvSpPr>
          <p:nvPr>
            <p:ph idx="10"/>
          </p:nvPr>
        </p:nvSpPr>
        <p:spPr/>
        <p:txBody>
          <a:bodyPr/>
          <a:lstStyle/>
          <a:p>
            <a:pPr eaLnBrk="1" hangingPunct="1">
              <a:lnSpc>
                <a:spcPct val="90000"/>
              </a:lnSpc>
            </a:pPr>
            <a:r>
              <a:rPr lang="ko-KR" altLang="en-US" b="0" dirty="0">
                <a:solidFill>
                  <a:schemeClr val="tx1"/>
                </a:solidFill>
              </a:rPr>
              <a:t>운영체제</a:t>
            </a:r>
            <a:endParaRPr lang="en-US" altLang="ko-KR" b="0" dirty="0">
              <a:solidFill>
                <a:schemeClr val="tx1"/>
              </a:solidFill>
            </a:endParaRPr>
          </a:p>
          <a:p>
            <a:pPr lvl="1" eaLnBrk="1" hangingPunct="1">
              <a:lnSpc>
                <a:spcPct val="90000"/>
              </a:lnSpc>
            </a:pPr>
            <a:r>
              <a:rPr lang="ko-KR" altLang="en-US" b="0" dirty="0">
                <a:solidFill>
                  <a:schemeClr val="tx1"/>
                </a:solidFill>
              </a:rPr>
              <a:t>컴퓨터의 하드웨어 자원을 운영 관리하고 </a:t>
            </a:r>
            <a:endParaRPr lang="en-US" altLang="ko-KR" b="0" dirty="0">
              <a:solidFill>
                <a:schemeClr val="tx1"/>
              </a:solidFill>
            </a:endParaRPr>
          </a:p>
          <a:p>
            <a:pPr lvl="1" eaLnBrk="1" hangingPunct="1">
              <a:lnSpc>
                <a:spcPct val="90000"/>
              </a:lnSpc>
            </a:pPr>
            <a:r>
              <a:rPr lang="ko-KR" altLang="en-US" b="0" dirty="0">
                <a:solidFill>
                  <a:schemeClr val="tx1"/>
                </a:solidFill>
              </a:rPr>
              <a:t>프로그램을 실행할 수 있는 환경을 제공</a:t>
            </a:r>
            <a:r>
              <a:rPr lang="en-US" altLang="ko-KR" b="0" dirty="0">
                <a:solidFill>
                  <a:schemeClr val="tx1"/>
                </a:solidFill>
              </a:rPr>
              <a:t>.</a:t>
            </a:r>
          </a:p>
          <a:p>
            <a:pPr lvl="2" eaLnBrk="1" hangingPunct="1">
              <a:lnSpc>
                <a:spcPct val="90000"/>
              </a:lnSpc>
            </a:pPr>
            <a:endParaRPr lang="en-US" altLang="ko-KR" sz="1500" dirty="0"/>
          </a:p>
          <a:p>
            <a:pPr eaLnBrk="1" hangingPunct="1">
              <a:lnSpc>
                <a:spcPct val="90000"/>
              </a:lnSpc>
            </a:pPr>
            <a:r>
              <a:rPr lang="ko-KR" altLang="en-US" b="0" dirty="0">
                <a:solidFill>
                  <a:schemeClr val="tx1"/>
                </a:solidFill>
              </a:rPr>
              <a:t>커널</a:t>
            </a:r>
            <a:r>
              <a:rPr lang="en-US" altLang="ko-KR" b="0" dirty="0">
                <a:solidFill>
                  <a:schemeClr val="tx1"/>
                </a:solidFill>
              </a:rPr>
              <a:t>(kernel)</a:t>
            </a:r>
          </a:p>
          <a:p>
            <a:pPr lvl="1" eaLnBrk="1" hangingPunct="1">
              <a:lnSpc>
                <a:spcPct val="90000"/>
              </a:lnSpc>
            </a:pPr>
            <a:r>
              <a:rPr lang="ko-KR" altLang="en-US" b="0" dirty="0">
                <a:solidFill>
                  <a:schemeClr val="tx1"/>
                </a:solidFill>
              </a:rPr>
              <a:t>운영체제의 핵심으로 하드웨어 운영 및 관리</a:t>
            </a:r>
            <a:endParaRPr lang="en-US" altLang="ko-KR" b="0" dirty="0">
              <a:solidFill>
                <a:schemeClr val="tx1"/>
              </a:solidFill>
            </a:endParaRPr>
          </a:p>
          <a:p>
            <a:pPr marL="868363" lvl="3" indent="0" eaLnBrk="1" hangingPunct="1">
              <a:lnSpc>
                <a:spcPct val="90000"/>
              </a:lnSpc>
            </a:pPr>
            <a:endParaRPr lang="en-US" altLang="ko-KR" sz="1400" dirty="0"/>
          </a:p>
          <a:p>
            <a:pPr eaLnBrk="1" hangingPunct="1">
              <a:lnSpc>
                <a:spcPct val="90000"/>
              </a:lnSpc>
            </a:pPr>
            <a:r>
              <a:rPr lang="ko-KR" altLang="en-US" b="0" dirty="0">
                <a:solidFill>
                  <a:schemeClr val="tx1"/>
                </a:solidFill>
              </a:rPr>
              <a:t>시스템 호출</a:t>
            </a:r>
            <a:r>
              <a:rPr lang="en-US" altLang="ko-KR" b="0" dirty="0">
                <a:solidFill>
                  <a:schemeClr val="tx1"/>
                </a:solidFill>
              </a:rPr>
              <a:t>(system call)</a:t>
            </a:r>
          </a:p>
          <a:p>
            <a:pPr lvl="1" eaLnBrk="1" hangingPunct="1">
              <a:lnSpc>
                <a:spcPct val="90000"/>
              </a:lnSpc>
            </a:pPr>
            <a:r>
              <a:rPr lang="ko-KR" altLang="en-US" b="0" dirty="0">
                <a:solidFill>
                  <a:schemeClr val="tx1"/>
                </a:solidFill>
              </a:rPr>
              <a:t>커널이 제공하는 서비스에 대한 </a:t>
            </a:r>
            <a:endParaRPr lang="en-US" altLang="ko-KR" b="0" dirty="0">
              <a:solidFill>
                <a:schemeClr val="tx1"/>
              </a:solidFill>
            </a:endParaRPr>
          </a:p>
          <a:p>
            <a:pPr lvl="1" eaLnBrk="1" hangingPunct="1">
              <a:lnSpc>
                <a:spcPct val="90000"/>
              </a:lnSpc>
              <a:buNone/>
            </a:pPr>
            <a:r>
              <a:rPr lang="en-US" altLang="ko-KR" b="0" dirty="0">
                <a:solidFill>
                  <a:schemeClr val="tx1"/>
                </a:solidFill>
              </a:rPr>
              <a:t>  </a:t>
            </a:r>
            <a:r>
              <a:rPr lang="ko-KR" altLang="en-US" b="0" dirty="0">
                <a:solidFill>
                  <a:schemeClr val="tx1"/>
                </a:solidFill>
              </a:rPr>
              <a:t>프로그래밍 인터페이스 역할</a:t>
            </a:r>
            <a:endParaRPr lang="en-US" altLang="ko-KR" b="0" dirty="0">
              <a:solidFill>
                <a:schemeClr val="tx1"/>
              </a:solidFill>
            </a:endParaRPr>
          </a:p>
          <a:p>
            <a:pPr marL="868363" lvl="3" indent="0" eaLnBrk="1" hangingPunct="1">
              <a:lnSpc>
                <a:spcPct val="90000"/>
              </a:lnSpc>
            </a:pPr>
            <a:r>
              <a:rPr lang="en-US" altLang="ko-KR" sz="1400" dirty="0"/>
              <a:t>					</a:t>
            </a:r>
          </a:p>
          <a:p>
            <a:pPr eaLnBrk="1" hangingPunct="1">
              <a:lnSpc>
                <a:spcPct val="90000"/>
              </a:lnSpc>
            </a:pPr>
            <a:r>
              <a:rPr lang="ko-KR" altLang="en-US" b="0" dirty="0">
                <a:solidFill>
                  <a:schemeClr val="tx1"/>
                </a:solidFill>
              </a:rPr>
              <a:t>쉘</a:t>
            </a:r>
            <a:r>
              <a:rPr lang="en-US" altLang="ko-KR" b="0" dirty="0">
                <a:solidFill>
                  <a:schemeClr val="tx1"/>
                </a:solidFill>
              </a:rPr>
              <a:t>(shell)</a:t>
            </a:r>
          </a:p>
          <a:p>
            <a:pPr lvl="1" eaLnBrk="1" hangingPunct="1">
              <a:lnSpc>
                <a:spcPct val="90000"/>
              </a:lnSpc>
            </a:pPr>
            <a:r>
              <a:rPr lang="ko-KR" altLang="en-US" b="0" dirty="0">
                <a:solidFill>
                  <a:schemeClr val="tx1"/>
                </a:solidFill>
              </a:rPr>
              <a:t>사용자와 운영체제 사이의 인터페이스 </a:t>
            </a:r>
            <a:endParaRPr lang="en-US" altLang="ko-KR" b="0" dirty="0">
              <a:solidFill>
                <a:schemeClr val="tx1"/>
              </a:solidFill>
            </a:endParaRPr>
          </a:p>
          <a:p>
            <a:pPr lvl="1" eaLnBrk="1" hangingPunct="1">
              <a:lnSpc>
                <a:spcPct val="90000"/>
              </a:lnSpc>
            </a:pPr>
            <a:r>
              <a:rPr lang="ko-KR" altLang="en-US" b="0" dirty="0">
                <a:solidFill>
                  <a:schemeClr val="tx1"/>
                </a:solidFill>
              </a:rPr>
              <a:t>사용자로부터 명령어를 입력 받아 </a:t>
            </a:r>
            <a:endParaRPr lang="en-US" altLang="ko-KR" b="0" dirty="0">
              <a:solidFill>
                <a:schemeClr val="tx1"/>
              </a:solidFill>
            </a:endParaRPr>
          </a:p>
          <a:p>
            <a:pPr lvl="1" eaLnBrk="1" hangingPunct="1">
              <a:lnSpc>
                <a:spcPct val="90000"/>
              </a:lnSpc>
              <a:buNone/>
            </a:pPr>
            <a:r>
              <a:rPr lang="ko-KR" altLang="en-US" b="0" dirty="0">
                <a:solidFill>
                  <a:schemeClr val="tx1"/>
                </a:solidFill>
              </a:rPr>
              <a:t>  해석하여 수행해주는 명령어 해석기</a:t>
            </a:r>
            <a:r>
              <a:rPr lang="en-US" altLang="ko-KR" b="0" dirty="0">
                <a:solidFill>
                  <a:schemeClr val="tx1"/>
                </a:solidFill>
              </a:rPr>
              <a:t> </a:t>
            </a:r>
          </a:p>
          <a:p>
            <a:pPr marL="107025" lvl="1" indent="0">
              <a:buNone/>
            </a:pPr>
            <a:endParaRPr lang="ko-KR" altLang="en-US" dirty="0"/>
          </a:p>
        </p:txBody>
      </p:sp>
      <p:pic>
        <p:nvPicPr>
          <p:cNvPr id="5" name="Picture 4">
            <a:extLst>
              <a:ext uri="{FF2B5EF4-FFF2-40B4-BE49-F238E27FC236}">
                <a16:creationId xmlns:a16="http://schemas.microsoft.com/office/drawing/2014/main" id="{78EC31D5-161C-3932-7497-05C85E9161A2}"/>
              </a:ext>
            </a:extLst>
          </p:cNvPr>
          <p:cNvPicPr>
            <a:picLocks noChangeAspect="1"/>
          </p:cNvPicPr>
          <p:nvPr/>
        </p:nvPicPr>
        <p:blipFill>
          <a:blip r:embed="rId2"/>
          <a:stretch>
            <a:fillRect/>
          </a:stretch>
        </p:blipFill>
        <p:spPr>
          <a:xfrm>
            <a:off x="5904148" y="2780928"/>
            <a:ext cx="2952328" cy="3602620"/>
          </a:xfrm>
          <a:prstGeom prst="rect">
            <a:avLst/>
          </a:prstGeom>
        </p:spPr>
      </p:pic>
    </p:spTree>
    <p:extLst>
      <p:ext uri="{BB962C8B-B14F-4D97-AF65-F5344CB8AC3E}">
        <p14:creationId xmlns:p14="http://schemas.microsoft.com/office/powerpoint/2010/main" val="3738224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D72F-FE5D-5C9F-4270-A534BB7E3906}"/>
            </a:ext>
          </a:extLst>
        </p:cNvPr>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9A30722D-DBA3-0289-F4B3-15AAE7139281}"/>
              </a:ext>
            </a:extLst>
          </p:cNvPr>
          <p:cNvSpPr>
            <a:spLocks noGrp="1"/>
          </p:cNvSpPr>
          <p:nvPr>
            <p:ph type="body" sz="quarter" idx="13"/>
          </p:nvPr>
        </p:nvSpPr>
        <p:spPr/>
        <p:txBody>
          <a:bodyPr/>
          <a:lstStyle/>
          <a:p>
            <a:r>
              <a:rPr lang="ko-KR" altLang="en-US" sz="4400" dirty="0"/>
              <a:t>리눅스의 특징과 구조</a:t>
            </a:r>
          </a:p>
        </p:txBody>
      </p:sp>
      <p:sp>
        <p:nvSpPr>
          <p:cNvPr id="4" name="텍스트 개체 틀 3">
            <a:extLst>
              <a:ext uri="{FF2B5EF4-FFF2-40B4-BE49-F238E27FC236}">
                <a16:creationId xmlns:a16="http://schemas.microsoft.com/office/drawing/2014/main" id="{36C94970-C39E-382C-154E-21DCBD601339}"/>
              </a:ext>
            </a:extLst>
          </p:cNvPr>
          <p:cNvSpPr>
            <a:spLocks noGrp="1"/>
          </p:cNvSpPr>
          <p:nvPr>
            <p:ph type="body" sz="quarter" idx="14"/>
          </p:nvPr>
        </p:nvSpPr>
        <p:spPr/>
        <p:txBody>
          <a:bodyPr/>
          <a:lstStyle/>
          <a:p>
            <a:r>
              <a:rPr lang="en-US" altLang="ko-KR" dirty="0"/>
              <a:t>Section 03</a:t>
            </a:r>
            <a:endParaRPr lang="ko-KR" altLang="en-US" dirty="0"/>
          </a:p>
        </p:txBody>
      </p:sp>
    </p:spTree>
    <p:extLst>
      <p:ext uri="{BB962C8B-B14F-4D97-AF65-F5344CB8AC3E}">
        <p14:creationId xmlns:p14="http://schemas.microsoft.com/office/powerpoint/2010/main" val="3377784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9862F7-EB99-06C8-49DA-E38A4E1779F4}"/>
              </a:ext>
            </a:extLst>
          </p:cNvPr>
          <p:cNvSpPr>
            <a:spLocks noGrp="1"/>
          </p:cNvSpPr>
          <p:nvPr>
            <p:ph type="title"/>
          </p:nvPr>
        </p:nvSpPr>
        <p:spPr/>
        <p:txBody>
          <a:bodyPr/>
          <a:lstStyle/>
          <a:p>
            <a:r>
              <a:rPr lang="en-US" altLang="ko-KR" sz="2400" dirty="0"/>
              <a:t>03 </a:t>
            </a:r>
            <a:r>
              <a:rPr lang="ko-KR" altLang="en-US" sz="2400" dirty="0"/>
              <a:t>리눅스의 특징과 구조</a:t>
            </a:r>
            <a:endParaRPr lang="ko-KR" altLang="en-US" dirty="0"/>
          </a:p>
        </p:txBody>
      </p:sp>
      <p:sp>
        <p:nvSpPr>
          <p:cNvPr id="3" name="내용 개체 틀 2">
            <a:extLst>
              <a:ext uri="{FF2B5EF4-FFF2-40B4-BE49-F238E27FC236}">
                <a16:creationId xmlns:a16="http://schemas.microsoft.com/office/drawing/2014/main" id="{133563C8-3E49-B74C-4856-D13E4FD916DF}"/>
              </a:ext>
            </a:extLst>
          </p:cNvPr>
          <p:cNvSpPr>
            <a:spLocks noGrp="1"/>
          </p:cNvSpPr>
          <p:nvPr>
            <p:ph idx="10"/>
          </p:nvPr>
        </p:nvSpPr>
        <p:spPr/>
        <p:txBody>
          <a:bodyPr/>
          <a:lstStyle/>
          <a:p>
            <a:r>
              <a:rPr lang="ko-KR" altLang="en-US" dirty="0"/>
              <a:t>리눅스의 특징</a:t>
            </a:r>
            <a:endParaRPr lang="en-US" altLang="ko-KR" dirty="0"/>
          </a:p>
          <a:p>
            <a:pPr marL="265425" lvl="2" indent="0">
              <a:buNone/>
            </a:pPr>
            <a:r>
              <a:rPr lang="ko-KR" altLang="en-US" b="1" dirty="0"/>
              <a:t>① 공개 소프트웨어</a:t>
            </a:r>
          </a:p>
          <a:p>
            <a:pPr lvl="3"/>
            <a:r>
              <a:rPr lang="ko-KR" altLang="en-US" dirty="0" err="1"/>
              <a:t>리누스</a:t>
            </a:r>
            <a:r>
              <a:rPr lang="ko-KR" altLang="en-US" dirty="0"/>
              <a:t> </a:t>
            </a:r>
            <a:r>
              <a:rPr lang="ko-KR" altLang="en-US" dirty="0" err="1"/>
              <a:t>토르발스가</a:t>
            </a:r>
            <a:r>
              <a:rPr lang="ko-KR" altLang="en-US" dirty="0"/>
              <a:t> 리눅스 커널을 자유롭게 사용할 수 있도록 공개</a:t>
            </a:r>
            <a:endParaRPr lang="en-US" altLang="ko-KR" dirty="0"/>
          </a:p>
          <a:p>
            <a:pPr lvl="3"/>
            <a:r>
              <a:rPr lang="ko-KR" altLang="en-US" dirty="0"/>
              <a:t>전 세계 자원자들의 참여로 지속적인 업그레이드와 다양한 </a:t>
            </a:r>
            <a:r>
              <a:rPr lang="ko-KR" altLang="en-US" dirty="0" err="1"/>
              <a:t>배포판</a:t>
            </a:r>
            <a:r>
              <a:rPr lang="ko-KR" altLang="en-US" dirty="0"/>
              <a:t> 제공</a:t>
            </a:r>
            <a:endParaRPr lang="en-US" altLang="ko-KR" dirty="0"/>
          </a:p>
          <a:p>
            <a:pPr lvl="3"/>
            <a:r>
              <a:rPr lang="ko-KR" altLang="en-US" dirty="0"/>
              <a:t>사용자는 자신이 원하는 배포판을 선택해 자유롭게 수정 및 </a:t>
            </a:r>
            <a:r>
              <a:rPr lang="ko-KR" altLang="en-US" dirty="0" err="1"/>
              <a:t>재배포</a:t>
            </a:r>
            <a:r>
              <a:rPr lang="ko-KR" altLang="en-US" dirty="0"/>
              <a:t> 가능</a:t>
            </a:r>
          </a:p>
          <a:p>
            <a:pPr marL="265425" lvl="2" indent="0">
              <a:buNone/>
            </a:pPr>
            <a:r>
              <a:rPr lang="ko-KR" altLang="en-US" b="1" dirty="0"/>
              <a:t>② 유닉스와의 완벽한 호환성 유지</a:t>
            </a:r>
            <a:endParaRPr lang="en-US" altLang="ko-KR" b="1" dirty="0"/>
          </a:p>
          <a:p>
            <a:pPr lvl="3"/>
            <a:r>
              <a:rPr lang="ko-KR" altLang="en-US" dirty="0"/>
              <a:t>유닉스의 명령어와 시스템 콜 표준을 준수하여 호환성 유지</a:t>
            </a:r>
            <a:endParaRPr lang="en-US" altLang="ko-KR" dirty="0"/>
          </a:p>
          <a:p>
            <a:pPr lvl="3"/>
            <a:r>
              <a:rPr lang="en-US" altLang="ko-KR" dirty="0"/>
              <a:t>GNU </a:t>
            </a:r>
            <a:r>
              <a:rPr lang="ko-KR" altLang="en-US" dirty="0"/>
              <a:t>프로젝트의 응용 프로그램도 기존 유닉스와 호환</a:t>
            </a:r>
            <a:endParaRPr lang="en-US" altLang="ko-KR" dirty="0"/>
          </a:p>
          <a:p>
            <a:pPr lvl="3"/>
            <a:r>
              <a:rPr lang="ko-KR" altLang="en-US" dirty="0"/>
              <a:t>멀티유저</a:t>
            </a:r>
            <a:r>
              <a:rPr lang="en-US" altLang="ko-KR" dirty="0"/>
              <a:t>, </a:t>
            </a:r>
            <a:r>
              <a:rPr lang="ko-KR" altLang="en-US" dirty="0"/>
              <a:t>멀티태스킹</a:t>
            </a:r>
            <a:r>
              <a:rPr lang="en-US" altLang="ko-KR" dirty="0"/>
              <a:t>, </a:t>
            </a:r>
            <a:r>
              <a:rPr lang="ko-KR" altLang="en-US" dirty="0"/>
              <a:t>강력한 네트워크 및 보안 기능 제공</a:t>
            </a:r>
            <a:endParaRPr lang="en-US" altLang="ko-KR" dirty="0"/>
          </a:p>
          <a:p>
            <a:pPr marL="265425" lvl="2" indent="0">
              <a:buNone/>
            </a:pPr>
            <a:r>
              <a:rPr lang="ko-KR" altLang="en-US" b="1" dirty="0"/>
              <a:t>③ 서버용 운영체제</a:t>
            </a:r>
          </a:p>
          <a:p>
            <a:pPr lvl="3"/>
            <a:r>
              <a:rPr lang="ko-KR" altLang="en-US" dirty="0"/>
              <a:t>데스크톱 외 서버 컴퓨터</a:t>
            </a:r>
            <a:r>
              <a:rPr lang="en-US" altLang="ko-KR" dirty="0"/>
              <a:t>, </a:t>
            </a:r>
            <a:r>
              <a:rPr lang="ko-KR" altLang="en-US" dirty="0"/>
              <a:t>대형 컴퓨터에서도 안정적으로 운영 가능</a:t>
            </a:r>
          </a:p>
          <a:p>
            <a:pPr marL="265425" lvl="2" indent="0">
              <a:buNone/>
            </a:pPr>
            <a:r>
              <a:rPr lang="ko-KR" altLang="en-US" b="1" dirty="0"/>
              <a:t>④ 편리한 </a:t>
            </a:r>
            <a:r>
              <a:rPr lang="en-US" altLang="ko-KR" b="1" dirty="0"/>
              <a:t>GUI </a:t>
            </a:r>
            <a:r>
              <a:rPr lang="ko-KR" altLang="en-US" b="1" dirty="0"/>
              <a:t>환경 제공</a:t>
            </a:r>
          </a:p>
          <a:p>
            <a:pPr lvl="3"/>
            <a:r>
              <a:rPr lang="en-US" altLang="ko-KR" dirty="0"/>
              <a:t>GNOME </a:t>
            </a:r>
            <a:r>
              <a:rPr lang="ko-KR" altLang="en-US" dirty="0"/>
              <a:t>등 직관적인 </a:t>
            </a:r>
            <a:r>
              <a:rPr lang="en-US" altLang="ko-KR" dirty="0"/>
              <a:t>GUI </a:t>
            </a:r>
            <a:r>
              <a:rPr lang="ko-KR" altLang="en-US" dirty="0"/>
              <a:t>제공</a:t>
            </a:r>
            <a:r>
              <a:rPr lang="en-US" altLang="ko-KR" dirty="0"/>
              <a:t>, </a:t>
            </a:r>
            <a:r>
              <a:rPr lang="ko-KR" altLang="en-US" dirty="0"/>
              <a:t>윈도 사용자도 쉽게 적응 가능</a:t>
            </a:r>
          </a:p>
        </p:txBody>
      </p:sp>
    </p:spTree>
    <p:extLst>
      <p:ext uri="{BB962C8B-B14F-4D97-AF65-F5344CB8AC3E}">
        <p14:creationId xmlns:p14="http://schemas.microsoft.com/office/powerpoint/2010/main" val="3810017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내용 개체 틀 5" descr="텍스트, 원, 스크린샷, 폰트이(가) 표시된 사진&#10;&#10;자동 생성된 설명">
            <a:extLst>
              <a:ext uri="{FF2B5EF4-FFF2-40B4-BE49-F238E27FC236}">
                <a16:creationId xmlns:a16="http://schemas.microsoft.com/office/drawing/2014/main" id="{809FB7F6-BBF8-A02F-E24B-F257D9AB6179}"/>
              </a:ext>
            </a:extLst>
          </p:cNvPr>
          <p:cNvPicPr>
            <a:picLocks noGrp="1" noChangeAspect="1"/>
          </p:cNvPicPr>
          <p:nvPr>
            <p:ph idx="11"/>
          </p:nvPr>
        </p:nvPicPr>
        <p:blipFill>
          <a:blip r:embed="rId2">
            <a:extLst>
              <a:ext uri="{28A0092B-C50C-407E-A947-70E740481C1C}">
                <a14:useLocalDpi xmlns:a14="http://schemas.microsoft.com/office/drawing/2010/main" val="0"/>
              </a:ext>
            </a:extLst>
          </a:blip>
          <a:stretch>
            <a:fillRect/>
          </a:stretch>
        </p:blipFill>
        <p:spPr>
          <a:xfrm>
            <a:off x="4464050" y="2611914"/>
            <a:ext cx="4284663" cy="2570797"/>
          </a:xfrm>
        </p:spPr>
      </p:pic>
      <p:sp>
        <p:nvSpPr>
          <p:cNvPr id="2" name="제목 1">
            <a:extLst>
              <a:ext uri="{FF2B5EF4-FFF2-40B4-BE49-F238E27FC236}">
                <a16:creationId xmlns:a16="http://schemas.microsoft.com/office/drawing/2014/main" id="{3218FF80-5561-FDC1-91F3-76884CF3B0B1}"/>
              </a:ext>
            </a:extLst>
          </p:cNvPr>
          <p:cNvSpPr>
            <a:spLocks noGrp="1"/>
          </p:cNvSpPr>
          <p:nvPr>
            <p:ph type="title"/>
          </p:nvPr>
        </p:nvSpPr>
        <p:spPr/>
        <p:txBody>
          <a:bodyPr/>
          <a:lstStyle/>
          <a:p>
            <a:r>
              <a:rPr lang="en-US" altLang="ko-KR" sz="2400" dirty="0"/>
              <a:t>03 </a:t>
            </a:r>
            <a:r>
              <a:rPr lang="ko-KR" altLang="en-US" sz="2400" dirty="0"/>
              <a:t>리눅스의 특징과 구조</a:t>
            </a:r>
            <a:endParaRPr lang="ko-KR" altLang="en-US" dirty="0"/>
          </a:p>
        </p:txBody>
      </p:sp>
      <p:sp>
        <p:nvSpPr>
          <p:cNvPr id="3" name="내용 개체 틀 2">
            <a:extLst>
              <a:ext uri="{FF2B5EF4-FFF2-40B4-BE49-F238E27FC236}">
                <a16:creationId xmlns:a16="http://schemas.microsoft.com/office/drawing/2014/main" id="{E82FA4FD-1236-176E-A207-9FD3E55B5751}"/>
              </a:ext>
            </a:extLst>
          </p:cNvPr>
          <p:cNvSpPr>
            <a:spLocks noGrp="1"/>
          </p:cNvSpPr>
          <p:nvPr>
            <p:ph idx="10"/>
          </p:nvPr>
        </p:nvSpPr>
        <p:spPr/>
        <p:txBody>
          <a:bodyPr/>
          <a:lstStyle/>
          <a:p>
            <a:r>
              <a:rPr lang="ko-KR" altLang="en-US" dirty="0"/>
              <a:t>리눅스의 구조</a:t>
            </a:r>
            <a:endParaRPr lang="en-US" altLang="ko-KR" dirty="0"/>
          </a:p>
          <a:p>
            <a:pPr lvl="2"/>
            <a:r>
              <a:rPr lang="ko-KR" altLang="en-US" b="1" dirty="0"/>
              <a:t>커널</a:t>
            </a:r>
            <a:r>
              <a:rPr lang="en-US" altLang="ko-KR" b="1" dirty="0"/>
              <a:t>(Kernel)</a:t>
            </a:r>
          </a:p>
          <a:p>
            <a:pPr lvl="3"/>
            <a:r>
              <a:rPr lang="ko-KR" altLang="en-US" dirty="0"/>
              <a:t>리눅스의 핵심</a:t>
            </a:r>
            <a:endParaRPr lang="en-US" altLang="ko-KR" dirty="0"/>
          </a:p>
          <a:p>
            <a:pPr lvl="3"/>
            <a:r>
              <a:rPr lang="ko-KR" altLang="en-US" dirty="0"/>
              <a:t>컴퓨터 자원</a:t>
            </a:r>
            <a:r>
              <a:rPr lang="en-US" altLang="ko-KR" dirty="0"/>
              <a:t>(</a:t>
            </a:r>
            <a:r>
              <a:rPr lang="ko-KR" altLang="en-US" dirty="0"/>
              <a:t>프로세스</a:t>
            </a:r>
            <a:r>
              <a:rPr lang="en-US" altLang="ko-KR" dirty="0"/>
              <a:t>, </a:t>
            </a:r>
            <a:r>
              <a:rPr lang="ko-KR" altLang="en-US" dirty="0"/>
              <a:t>메모리</a:t>
            </a:r>
            <a:r>
              <a:rPr lang="en-US" altLang="ko-KR" dirty="0"/>
              <a:t>, </a:t>
            </a:r>
            <a:r>
              <a:rPr lang="ko-KR" altLang="en-US" dirty="0"/>
              <a:t>파일 시스템</a:t>
            </a:r>
            <a:r>
              <a:rPr lang="en-US" altLang="ko-KR" dirty="0"/>
              <a:t>, </a:t>
            </a:r>
            <a:r>
              <a:rPr lang="ko-KR" altLang="en-US" dirty="0"/>
              <a:t>장치</a:t>
            </a:r>
            <a:r>
              <a:rPr lang="en-US" altLang="ko-KR" dirty="0"/>
              <a:t>)</a:t>
            </a:r>
            <a:r>
              <a:rPr lang="ko-KR" altLang="en-US" dirty="0"/>
              <a:t>을 초기화하고 제어</a:t>
            </a:r>
            <a:endParaRPr lang="en-US" altLang="ko-KR" dirty="0"/>
          </a:p>
          <a:p>
            <a:pPr lvl="2"/>
            <a:r>
              <a:rPr lang="ko-KR" altLang="en-US" b="1" dirty="0"/>
              <a:t>셸</a:t>
            </a:r>
            <a:r>
              <a:rPr lang="en-US" altLang="ko-KR" b="1" dirty="0"/>
              <a:t>(Shell)</a:t>
            </a:r>
            <a:endParaRPr lang="en-US" altLang="ko-KR" dirty="0"/>
          </a:p>
          <a:p>
            <a:pPr lvl="3"/>
            <a:r>
              <a:rPr lang="ko-KR" altLang="en-US" dirty="0"/>
              <a:t>사용자와 커널 사이의 중간자로 명령어를 해석하고 커널에 전달</a:t>
            </a:r>
            <a:endParaRPr lang="en-US" altLang="ko-KR" dirty="0"/>
          </a:p>
          <a:p>
            <a:pPr lvl="3"/>
            <a:r>
              <a:rPr lang="ko-KR" altLang="en-US" dirty="0"/>
              <a:t>배시 셸</a:t>
            </a:r>
            <a:r>
              <a:rPr lang="en-US" altLang="ko-KR" dirty="0"/>
              <a:t>(Bash): </a:t>
            </a:r>
            <a:r>
              <a:rPr lang="ko-KR" altLang="en-US" dirty="0"/>
              <a:t>리눅스의 기본 셸</a:t>
            </a:r>
            <a:endParaRPr lang="en-US" altLang="ko-KR" dirty="0"/>
          </a:p>
          <a:p>
            <a:pPr lvl="2"/>
            <a:r>
              <a:rPr lang="ko-KR" altLang="en-US" b="1" dirty="0"/>
              <a:t>응용 프로그램</a:t>
            </a:r>
            <a:endParaRPr lang="ko-KR" altLang="en-US" dirty="0"/>
          </a:p>
          <a:p>
            <a:pPr lvl="3"/>
            <a:r>
              <a:rPr lang="ko-KR" altLang="en-US" dirty="0"/>
              <a:t>프로그래밍 개발 도구</a:t>
            </a:r>
            <a:r>
              <a:rPr lang="en-US" altLang="ko-KR" dirty="0"/>
              <a:t>, </a:t>
            </a:r>
            <a:r>
              <a:rPr lang="ko-KR" altLang="en-US" dirty="0"/>
              <a:t>문서 편집 도구</a:t>
            </a:r>
            <a:r>
              <a:rPr lang="en-US" altLang="ko-KR" dirty="0"/>
              <a:t>, </a:t>
            </a:r>
            <a:r>
              <a:rPr lang="ko-KR" altLang="en-US" dirty="0"/>
              <a:t>네트워크 관련 도구 등 다양한 프로그램 제공</a:t>
            </a:r>
          </a:p>
        </p:txBody>
      </p:sp>
    </p:spTree>
    <p:extLst>
      <p:ext uri="{BB962C8B-B14F-4D97-AF65-F5344CB8AC3E}">
        <p14:creationId xmlns:p14="http://schemas.microsoft.com/office/powerpoint/2010/main" val="3793256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E3F25-2CAE-97FC-09F1-4900FE89065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3BB04DE-2D4E-6196-FA3C-2A1C1AC94B36}"/>
              </a:ext>
            </a:extLst>
          </p:cNvPr>
          <p:cNvSpPr>
            <a:spLocks noGrp="1"/>
          </p:cNvSpPr>
          <p:nvPr>
            <p:ph type="title"/>
          </p:nvPr>
        </p:nvSpPr>
        <p:spPr/>
        <p:txBody>
          <a:bodyPr/>
          <a:lstStyle/>
          <a:p>
            <a:r>
              <a:rPr lang="en-US" altLang="ko-KR" sz="2400" dirty="0"/>
              <a:t>03 </a:t>
            </a:r>
            <a:r>
              <a:rPr lang="ko-KR" altLang="en-US" sz="2400" dirty="0"/>
              <a:t>리눅스의 특징과 구조</a:t>
            </a:r>
            <a:endParaRPr lang="ko-KR" altLang="en-US" dirty="0"/>
          </a:p>
        </p:txBody>
      </p:sp>
      <p:sp>
        <p:nvSpPr>
          <p:cNvPr id="8" name="Content Placeholder 7">
            <a:extLst>
              <a:ext uri="{FF2B5EF4-FFF2-40B4-BE49-F238E27FC236}">
                <a16:creationId xmlns:a16="http://schemas.microsoft.com/office/drawing/2014/main" id="{56C79420-BE5C-C136-8C6D-DE12909769F9}"/>
              </a:ext>
            </a:extLst>
          </p:cNvPr>
          <p:cNvSpPr>
            <a:spLocks noGrp="1"/>
          </p:cNvSpPr>
          <p:nvPr>
            <p:ph idx="10"/>
          </p:nvPr>
        </p:nvSpPr>
        <p:spPr/>
        <p:txBody>
          <a:bodyPr/>
          <a:lstStyle/>
          <a:p>
            <a:pPr eaLnBrk="1" hangingPunct="1"/>
            <a:r>
              <a:rPr lang="ko-KR" altLang="en-US" b="0" dirty="0">
                <a:solidFill>
                  <a:schemeClr val="tx1"/>
                </a:solidFill>
              </a:rPr>
              <a:t>커널의 역할</a:t>
            </a:r>
            <a:endParaRPr lang="en-US" altLang="ko-KR" b="0" dirty="0">
              <a:solidFill>
                <a:schemeClr val="tx1"/>
              </a:solidFill>
            </a:endParaRPr>
          </a:p>
          <a:p>
            <a:pPr marL="0" indent="0" eaLnBrk="1" hangingPunct="1">
              <a:buNone/>
            </a:pPr>
            <a:endParaRPr lang="en-US" altLang="ko-KR" b="0" dirty="0">
              <a:solidFill>
                <a:schemeClr val="tx1"/>
              </a:solidFill>
            </a:endParaRPr>
          </a:p>
          <a:p>
            <a:pPr lvl="1" eaLnBrk="1" hangingPunct="1"/>
            <a:r>
              <a:rPr lang="ko-KR" altLang="en-US" b="0" dirty="0">
                <a:solidFill>
                  <a:schemeClr val="tx1"/>
                </a:solidFill>
              </a:rPr>
              <a:t>하드웨어를 운영 관리하여 </a:t>
            </a:r>
            <a:endParaRPr lang="en-US" altLang="ko-KR" b="0" dirty="0">
              <a:solidFill>
                <a:schemeClr val="tx1"/>
              </a:solidFill>
            </a:endParaRPr>
          </a:p>
          <a:p>
            <a:pPr lvl="1" eaLnBrk="1" hangingPunct="1"/>
            <a:r>
              <a:rPr lang="ko-KR" altLang="en-US" b="0" dirty="0">
                <a:solidFill>
                  <a:schemeClr val="tx1"/>
                </a:solidFill>
              </a:rPr>
              <a:t>프로세스</a:t>
            </a:r>
            <a:r>
              <a:rPr lang="en-US" altLang="ko-KR" b="0" dirty="0">
                <a:solidFill>
                  <a:schemeClr val="tx1"/>
                </a:solidFill>
              </a:rPr>
              <a:t>, </a:t>
            </a:r>
            <a:r>
              <a:rPr lang="ko-KR" altLang="en-US" b="0" dirty="0">
                <a:solidFill>
                  <a:schemeClr val="tx1"/>
                </a:solidFill>
              </a:rPr>
              <a:t>파일</a:t>
            </a:r>
            <a:r>
              <a:rPr lang="en-US" altLang="ko-KR" b="0" dirty="0">
                <a:solidFill>
                  <a:schemeClr val="tx1"/>
                </a:solidFill>
              </a:rPr>
              <a:t>, </a:t>
            </a:r>
            <a:r>
              <a:rPr lang="ko-KR" altLang="en-US" b="0" dirty="0">
                <a:solidFill>
                  <a:schemeClr val="tx1"/>
                </a:solidFill>
              </a:rPr>
              <a:t>메모리</a:t>
            </a:r>
            <a:r>
              <a:rPr lang="en-US" altLang="ko-KR" b="0" dirty="0">
                <a:solidFill>
                  <a:schemeClr val="tx1"/>
                </a:solidFill>
              </a:rPr>
              <a:t>, </a:t>
            </a:r>
            <a:r>
              <a:rPr lang="ko-KR" altLang="en-US" b="0" dirty="0">
                <a:solidFill>
                  <a:schemeClr val="tx1"/>
                </a:solidFill>
              </a:rPr>
              <a:t>통신</a:t>
            </a:r>
            <a:r>
              <a:rPr lang="en-US" altLang="ko-KR" b="0" dirty="0">
                <a:solidFill>
                  <a:schemeClr val="tx1"/>
                </a:solidFill>
              </a:rPr>
              <a:t>, </a:t>
            </a:r>
            <a:r>
              <a:rPr lang="ko-KR" altLang="en-US" b="0" dirty="0">
                <a:solidFill>
                  <a:schemeClr val="tx1"/>
                </a:solidFill>
              </a:rPr>
              <a:t>주변장치 등을 </a:t>
            </a:r>
            <a:endParaRPr lang="en-US" altLang="ko-KR" b="0" dirty="0">
              <a:solidFill>
                <a:schemeClr val="tx1"/>
              </a:solidFill>
            </a:endParaRPr>
          </a:p>
          <a:p>
            <a:pPr lvl="1" eaLnBrk="1" hangingPunct="1"/>
            <a:r>
              <a:rPr lang="ko-KR" altLang="en-US" b="0" dirty="0">
                <a:solidFill>
                  <a:schemeClr val="tx1"/>
                </a:solidFill>
              </a:rPr>
              <a:t>관리하는 서비스를 제공한다</a:t>
            </a:r>
            <a:r>
              <a:rPr lang="en-US" altLang="ko-KR" b="0" dirty="0">
                <a:solidFill>
                  <a:schemeClr val="tx1"/>
                </a:solidFill>
              </a:rPr>
              <a:t>.</a:t>
            </a:r>
          </a:p>
          <a:p>
            <a:endParaRPr lang="en-US" dirty="0"/>
          </a:p>
        </p:txBody>
      </p:sp>
      <p:pic>
        <p:nvPicPr>
          <p:cNvPr id="10" name="Picture 9">
            <a:extLst>
              <a:ext uri="{FF2B5EF4-FFF2-40B4-BE49-F238E27FC236}">
                <a16:creationId xmlns:a16="http://schemas.microsoft.com/office/drawing/2014/main" id="{998B850A-8732-6548-5DB2-824335DC73C0}"/>
              </a:ext>
            </a:extLst>
          </p:cNvPr>
          <p:cNvPicPr>
            <a:picLocks noChangeAspect="1"/>
          </p:cNvPicPr>
          <p:nvPr/>
        </p:nvPicPr>
        <p:blipFill>
          <a:blip r:embed="rId2"/>
          <a:stretch>
            <a:fillRect/>
          </a:stretch>
        </p:blipFill>
        <p:spPr>
          <a:xfrm>
            <a:off x="1331640" y="4005064"/>
            <a:ext cx="5832648" cy="2139151"/>
          </a:xfrm>
          <a:prstGeom prst="rect">
            <a:avLst/>
          </a:prstGeom>
        </p:spPr>
      </p:pic>
    </p:spTree>
    <p:extLst>
      <p:ext uri="{BB962C8B-B14F-4D97-AF65-F5344CB8AC3E}">
        <p14:creationId xmlns:p14="http://schemas.microsoft.com/office/powerpoint/2010/main" val="785433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C441C-EFA2-C620-5ADD-EE698C3C4813}"/>
            </a:ext>
          </a:extLst>
        </p:cNvPr>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5583A537-DE57-A324-FBC3-1EECF6659D97}"/>
              </a:ext>
            </a:extLst>
          </p:cNvPr>
          <p:cNvSpPr>
            <a:spLocks noGrp="1"/>
          </p:cNvSpPr>
          <p:nvPr>
            <p:ph type="body" sz="quarter" idx="13"/>
          </p:nvPr>
        </p:nvSpPr>
        <p:spPr/>
        <p:txBody>
          <a:bodyPr/>
          <a:lstStyle/>
          <a:p>
            <a:r>
              <a:rPr lang="ko-KR" altLang="en-US" sz="4400" dirty="0"/>
              <a:t>리눅스의 </a:t>
            </a:r>
            <a:r>
              <a:rPr lang="ko-KR" altLang="en-US" sz="4400" dirty="0" err="1"/>
              <a:t>배포판</a:t>
            </a:r>
            <a:endParaRPr lang="ko-KR" altLang="en-US" sz="4400" dirty="0"/>
          </a:p>
        </p:txBody>
      </p:sp>
      <p:sp>
        <p:nvSpPr>
          <p:cNvPr id="4" name="텍스트 개체 틀 3">
            <a:extLst>
              <a:ext uri="{FF2B5EF4-FFF2-40B4-BE49-F238E27FC236}">
                <a16:creationId xmlns:a16="http://schemas.microsoft.com/office/drawing/2014/main" id="{A0C9FC49-C978-D99A-E253-FE33B6BAFCF8}"/>
              </a:ext>
            </a:extLst>
          </p:cNvPr>
          <p:cNvSpPr>
            <a:spLocks noGrp="1"/>
          </p:cNvSpPr>
          <p:nvPr>
            <p:ph type="body" sz="quarter" idx="14"/>
          </p:nvPr>
        </p:nvSpPr>
        <p:spPr/>
        <p:txBody>
          <a:bodyPr/>
          <a:lstStyle/>
          <a:p>
            <a:r>
              <a:rPr lang="en-US" altLang="ko-KR" dirty="0"/>
              <a:t>Section 04</a:t>
            </a:r>
            <a:endParaRPr lang="ko-KR" altLang="en-US" dirty="0"/>
          </a:p>
        </p:txBody>
      </p:sp>
    </p:spTree>
    <p:extLst>
      <p:ext uri="{BB962C8B-B14F-4D97-AF65-F5344CB8AC3E}">
        <p14:creationId xmlns:p14="http://schemas.microsoft.com/office/powerpoint/2010/main" val="1827627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A39AEC-B358-EB0C-906A-A5EB6AD14044}"/>
              </a:ext>
            </a:extLst>
          </p:cNvPr>
          <p:cNvSpPr>
            <a:spLocks noGrp="1"/>
          </p:cNvSpPr>
          <p:nvPr>
            <p:ph type="title"/>
          </p:nvPr>
        </p:nvSpPr>
        <p:spPr/>
        <p:txBody>
          <a:bodyPr/>
          <a:lstStyle/>
          <a:p>
            <a:r>
              <a:rPr lang="en-US" altLang="ko-KR" sz="2400" dirty="0"/>
              <a:t>04 </a:t>
            </a:r>
            <a:r>
              <a:rPr lang="ko-KR" altLang="en-US" sz="2400" dirty="0"/>
              <a:t>리눅스의 </a:t>
            </a:r>
            <a:r>
              <a:rPr lang="ko-KR" altLang="en-US" sz="2400" dirty="0" err="1"/>
              <a:t>배포판</a:t>
            </a:r>
            <a:endParaRPr lang="ko-KR" altLang="en-US" dirty="0"/>
          </a:p>
        </p:txBody>
      </p:sp>
      <p:sp>
        <p:nvSpPr>
          <p:cNvPr id="3" name="내용 개체 틀 2">
            <a:extLst>
              <a:ext uri="{FF2B5EF4-FFF2-40B4-BE49-F238E27FC236}">
                <a16:creationId xmlns:a16="http://schemas.microsoft.com/office/drawing/2014/main" id="{5B97C4B2-1DF1-23E5-F14A-94C91690D595}"/>
              </a:ext>
            </a:extLst>
          </p:cNvPr>
          <p:cNvSpPr>
            <a:spLocks noGrp="1"/>
          </p:cNvSpPr>
          <p:nvPr>
            <p:ph idx="10"/>
          </p:nvPr>
        </p:nvSpPr>
        <p:spPr/>
        <p:txBody>
          <a:bodyPr/>
          <a:lstStyle/>
          <a:p>
            <a:r>
              <a:rPr lang="ko-KR" altLang="en-US" dirty="0"/>
              <a:t>리눅스의 다양한 배포판</a:t>
            </a:r>
            <a:endParaRPr lang="en-US" altLang="ko-KR" dirty="0"/>
          </a:p>
          <a:p>
            <a:pPr marL="0" indent="0">
              <a:buNone/>
            </a:pPr>
            <a:endParaRPr lang="en-US" altLang="ko-KR" b="0" dirty="0">
              <a:solidFill>
                <a:schemeClr val="tx1"/>
              </a:solidFill>
            </a:endParaRPr>
          </a:p>
          <a:p>
            <a:pPr marL="0" indent="0" eaLnBrk="1" hangingPunct="1">
              <a:buNone/>
            </a:pPr>
            <a:r>
              <a:rPr lang="en-US" altLang="ko-KR" sz="2200" b="0" dirty="0">
                <a:solidFill>
                  <a:schemeClr val="tx1"/>
                </a:solidFill>
              </a:rPr>
              <a:t>- </a:t>
            </a:r>
            <a:r>
              <a:rPr lang="ko-KR" altLang="en-US" sz="2200" b="0" dirty="0">
                <a:solidFill>
                  <a:schemeClr val="tx1"/>
                </a:solidFill>
              </a:rPr>
              <a:t>우분투</a:t>
            </a:r>
            <a:r>
              <a:rPr lang="en-US" altLang="ko-KR" sz="2200" b="0" dirty="0">
                <a:solidFill>
                  <a:schemeClr val="tx1"/>
                </a:solidFill>
              </a:rPr>
              <a:t>(Ubuntu)</a:t>
            </a:r>
            <a:endParaRPr lang="ko-KR" altLang="en-US" sz="2200" b="0" dirty="0">
              <a:solidFill>
                <a:schemeClr val="tx1"/>
              </a:solidFill>
            </a:endParaRPr>
          </a:p>
          <a:p>
            <a:pPr lvl="1" eaLnBrk="1" hangingPunct="1"/>
            <a:r>
              <a:rPr lang="ko-KR" altLang="en-US" sz="1800" b="0" dirty="0">
                <a:solidFill>
                  <a:schemeClr val="tx1"/>
                </a:solidFill>
              </a:rPr>
              <a:t>데스크톱에서 쉽게 사용할 수 있는</a:t>
            </a:r>
            <a:r>
              <a:rPr lang="en-US" altLang="ko-KR" sz="1800" b="0" dirty="0">
                <a:solidFill>
                  <a:schemeClr val="tx1"/>
                </a:solidFill>
              </a:rPr>
              <a:t> </a:t>
            </a:r>
            <a:r>
              <a:rPr lang="ko-KR" altLang="en-US" sz="1800" b="0" dirty="0">
                <a:solidFill>
                  <a:schemeClr val="tx1"/>
                </a:solidFill>
              </a:rPr>
              <a:t>리눅스 배포판</a:t>
            </a:r>
            <a:endParaRPr lang="en-US" altLang="ko-KR" sz="1800" b="0" dirty="0">
              <a:solidFill>
                <a:schemeClr val="tx1"/>
              </a:solidFill>
            </a:endParaRPr>
          </a:p>
          <a:p>
            <a:pPr lvl="1" eaLnBrk="1" hangingPunct="1"/>
            <a:r>
              <a:rPr lang="en-US" altLang="ko-KR" sz="1800" b="0" dirty="0">
                <a:solidFill>
                  <a:schemeClr val="tx1"/>
                </a:solidFill>
              </a:rPr>
              <a:t>MS </a:t>
            </a:r>
            <a:r>
              <a:rPr lang="ko-KR" altLang="en-US" sz="1800" b="0" dirty="0">
                <a:solidFill>
                  <a:schemeClr val="tx1"/>
                </a:solidFill>
              </a:rPr>
              <a:t>윈도우즈 상에서 인터넷으로 쉽게 직접 설치도 가능</a:t>
            </a:r>
            <a:endParaRPr lang="en-US" altLang="ko-KR" sz="1800" b="0" dirty="0">
              <a:solidFill>
                <a:schemeClr val="tx1"/>
              </a:solidFill>
            </a:endParaRPr>
          </a:p>
          <a:p>
            <a:pPr lvl="1" eaLnBrk="1" hangingPunct="1"/>
            <a:r>
              <a:rPr lang="en-US" altLang="ko-KR" sz="1800" b="0" dirty="0">
                <a:solidFill>
                  <a:schemeClr val="tx1"/>
                </a:solidFill>
              </a:rPr>
              <a:t>http://www.ubuntu.com</a:t>
            </a:r>
          </a:p>
          <a:p>
            <a:pPr marL="0" indent="0">
              <a:buNone/>
            </a:pPr>
            <a:endParaRPr lang="en-US" altLang="ko-KR" b="0" dirty="0">
              <a:solidFill>
                <a:schemeClr val="tx1"/>
              </a:solidFill>
            </a:endParaRPr>
          </a:p>
          <a:p>
            <a:pPr marL="0" indent="0">
              <a:buNone/>
            </a:pPr>
            <a:endParaRPr lang="en-US" altLang="ko-KR" b="0" dirty="0">
              <a:solidFill>
                <a:schemeClr val="tx1"/>
              </a:solidFill>
            </a:endParaRPr>
          </a:p>
          <a:p>
            <a:pPr marL="0" indent="0" eaLnBrk="1" hangingPunct="1">
              <a:buNone/>
            </a:pPr>
            <a:r>
              <a:rPr lang="en-US" altLang="ko-KR" sz="2200" b="0" dirty="0">
                <a:solidFill>
                  <a:schemeClr val="tx1"/>
                </a:solidFill>
              </a:rPr>
              <a:t>- CentOS</a:t>
            </a:r>
          </a:p>
          <a:p>
            <a:pPr lvl="1" eaLnBrk="1" hangingPunct="1"/>
            <a:r>
              <a:rPr lang="en-US" altLang="ko-KR" sz="1800" b="0" dirty="0">
                <a:solidFill>
                  <a:schemeClr val="tx1"/>
                </a:solidFill>
              </a:rPr>
              <a:t>RedHat Enterprise </a:t>
            </a:r>
            <a:r>
              <a:rPr lang="ko-KR" altLang="en-US" sz="1800" b="0" dirty="0">
                <a:solidFill>
                  <a:schemeClr val="tx1"/>
                </a:solidFill>
              </a:rPr>
              <a:t>배포판을 기반으로 하는 무료 운영체제</a:t>
            </a:r>
            <a:endParaRPr lang="en-US" altLang="ko-KR" sz="1800" b="0" dirty="0">
              <a:solidFill>
                <a:schemeClr val="tx1"/>
              </a:solidFill>
            </a:endParaRPr>
          </a:p>
          <a:p>
            <a:pPr lvl="1" eaLnBrk="1" hangingPunct="1"/>
            <a:r>
              <a:rPr lang="ko-KR" altLang="en-US" sz="1800" b="0" dirty="0">
                <a:solidFill>
                  <a:schemeClr val="tx1"/>
                </a:solidFill>
              </a:rPr>
              <a:t>주로 서버용으로</a:t>
            </a:r>
            <a:r>
              <a:rPr lang="en-US" altLang="ko-KR" sz="1800" b="0" dirty="0">
                <a:solidFill>
                  <a:schemeClr val="tx1"/>
                </a:solidFill>
              </a:rPr>
              <a:t> </a:t>
            </a:r>
            <a:r>
              <a:rPr lang="ko-KR" altLang="en-US" sz="1800" b="0" dirty="0">
                <a:solidFill>
                  <a:schemeClr val="tx1"/>
                </a:solidFill>
              </a:rPr>
              <a:t>많이 사용되며</a:t>
            </a:r>
            <a:r>
              <a:rPr lang="en-US" altLang="ko-KR" sz="1800" b="0" dirty="0">
                <a:solidFill>
                  <a:schemeClr val="tx1"/>
                </a:solidFill>
              </a:rPr>
              <a:t> </a:t>
            </a:r>
          </a:p>
          <a:p>
            <a:pPr lvl="1" eaLnBrk="1" hangingPunct="1"/>
            <a:r>
              <a:rPr lang="ko-KR" altLang="en-US" sz="1800" b="0" dirty="0">
                <a:solidFill>
                  <a:schemeClr val="tx1"/>
                </a:solidFill>
              </a:rPr>
              <a:t>데스크톱용</a:t>
            </a:r>
            <a:r>
              <a:rPr lang="en-US" altLang="ko-KR" sz="1800" b="0" dirty="0">
                <a:solidFill>
                  <a:schemeClr val="tx1"/>
                </a:solidFill>
              </a:rPr>
              <a:t>, </a:t>
            </a:r>
            <a:r>
              <a:rPr lang="ko-KR" altLang="en-US" sz="1800" b="0" dirty="0">
                <a:solidFill>
                  <a:schemeClr val="tx1"/>
                </a:solidFill>
              </a:rPr>
              <a:t>워크스테이션용도 제공</a:t>
            </a:r>
            <a:endParaRPr lang="en-US" altLang="ko-KR" sz="1800" b="0" dirty="0">
              <a:solidFill>
                <a:schemeClr val="tx1"/>
              </a:solidFill>
            </a:endParaRPr>
          </a:p>
          <a:p>
            <a:pPr lvl="1" eaLnBrk="1" hangingPunct="1"/>
            <a:r>
              <a:rPr lang="en-US" altLang="ko-KR" sz="1800" b="0" dirty="0">
                <a:solidFill>
                  <a:schemeClr val="tx1"/>
                </a:solidFill>
              </a:rPr>
              <a:t>http://www.centos.org</a:t>
            </a:r>
          </a:p>
          <a:p>
            <a:pPr marL="0" indent="0">
              <a:buNone/>
            </a:pPr>
            <a:endParaRPr lang="ko-KR" altLang="en-US" dirty="0"/>
          </a:p>
        </p:txBody>
      </p:sp>
      <p:pic>
        <p:nvPicPr>
          <p:cNvPr id="4" name="_x50910992" descr="EMB0000148c1833">
            <a:extLst>
              <a:ext uri="{FF2B5EF4-FFF2-40B4-BE49-F238E27FC236}">
                <a16:creationId xmlns:a16="http://schemas.microsoft.com/office/drawing/2014/main" id="{F4CBE3EC-A264-BB0B-1EA3-5229DC2A77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88224" y="1239260"/>
            <a:ext cx="2248878" cy="191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_x83759768" descr="EMB0000148c1834">
            <a:extLst>
              <a:ext uri="{FF2B5EF4-FFF2-40B4-BE49-F238E27FC236}">
                <a16:creationId xmlns:a16="http://schemas.microsoft.com/office/drawing/2014/main" id="{5EB896FE-8807-AB29-C4DB-2789647D9B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1156" y="4756267"/>
            <a:ext cx="2325945" cy="191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2819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8BC514A-969D-B70D-65F4-45426356FBF9}"/>
              </a:ext>
            </a:extLst>
          </p:cNvPr>
          <p:cNvSpPr>
            <a:spLocks noGrp="1"/>
          </p:cNvSpPr>
          <p:nvPr>
            <p:ph type="title"/>
          </p:nvPr>
        </p:nvSpPr>
        <p:spPr/>
        <p:txBody>
          <a:bodyPr/>
          <a:lstStyle/>
          <a:p>
            <a:r>
              <a:rPr lang="en-US" altLang="ko-KR" sz="2400" dirty="0"/>
              <a:t>04 </a:t>
            </a:r>
            <a:r>
              <a:rPr lang="ko-KR" altLang="en-US" sz="2400" dirty="0"/>
              <a:t>리눅스의 </a:t>
            </a:r>
            <a:r>
              <a:rPr lang="ko-KR" altLang="en-US" sz="2400" dirty="0" err="1"/>
              <a:t>배포판</a:t>
            </a:r>
            <a:endParaRPr lang="ko-KR" altLang="en-US" dirty="0"/>
          </a:p>
        </p:txBody>
      </p:sp>
      <p:pic>
        <p:nvPicPr>
          <p:cNvPr id="5" name="내용 개체 틀 4" descr="텍스트, 도표, 스크린샷, 라인이(가) 표시된 사진&#10;&#10;자동 생성된 설명">
            <a:extLst>
              <a:ext uri="{FF2B5EF4-FFF2-40B4-BE49-F238E27FC236}">
                <a16:creationId xmlns:a16="http://schemas.microsoft.com/office/drawing/2014/main" id="{1D4F40D7-9943-7385-7381-A9F72F474F8F}"/>
              </a:ext>
            </a:extLst>
          </p:cNvPr>
          <p:cNvPicPr>
            <a:picLocks noGrp="1" noChangeAspect="1"/>
          </p:cNvPicPr>
          <p:nvPr>
            <p:ph idx="10"/>
          </p:nvPr>
        </p:nvPicPr>
        <p:blipFill>
          <a:blip r:embed="rId3">
            <a:extLst>
              <a:ext uri="{28A0092B-C50C-407E-A947-70E740481C1C}">
                <a14:useLocalDpi xmlns:a14="http://schemas.microsoft.com/office/drawing/2010/main" val="0"/>
              </a:ext>
            </a:extLst>
          </a:blip>
          <a:stretch>
            <a:fillRect/>
          </a:stretch>
        </p:blipFill>
        <p:spPr>
          <a:xfrm>
            <a:off x="1787705" y="1196975"/>
            <a:ext cx="5713053" cy="5400675"/>
          </a:xfrm>
        </p:spPr>
      </p:pic>
    </p:spTree>
    <p:extLst>
      <p:ext uri="{BB962C8B-B14F-4D97-AF65-F5344CB8AC3E}">
        <p14:creationId xmlns:p14="http://schemas.microsoft.com/office/powerpoint/2010/main" val="2654566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F4F7-7EBA-7120-FCE8-88EA8A395CC1}"/>
            </a:ext>
          </a:extLst>
        </p:cNvPr>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EDD5BF2-15DC-DED2-EC86-21EBA7F899A5}"/>
              </a:ext>
            </a:extLst>
          </p:cNvPr>
          <p:cNvSpPr>
            <a:spLocks noGrp="1"/>
          </p:cNvSpPr>
          <p:nvPr>
            <p:ph type="body" sz="quarter" idx="13"/>
          </p:nvPr>
        </p:nvSpPr>
        <p:spPr/>
        <p:txBody>
          <a:bodyPr/>
          <a:lstStyle/>
          <a:p>
            <a:r>
              <a:rPr lang="ko-KR" altLang="en-US" sz="4400" dirty="0"/>
              <a:t>리눅스 실습환경 구축</a:t>
            </a:r>
          </a:p>
        </p:txBody>
      </p:sp>
      <p:sp>
        <p:nvSpPr>
          <p:cNvPr id="4" name="텍스트 개체 틀 3">
            <a:extLst>
              <a:ext uri="{FF2B5EF4-FFF2-40B4-BE49-F238E27FC236}">
                <a16:creationId xmlns:a16="http://schemas.microsoft.com/office/drawing/2014/main" id="{06F7861A-31BF-ABEB-9097-5F4556469152}"/>
              </a:ext>
            </a:extLst>
          </p:cNvPr>
          <p:cNvSpPr>
            <a:spLocks noGrp="1"/>
          </p:cNvSpPr>
          <p:nvPr>
            <p:ph type="body" sz="quarter" idx="14"/>
          </p:nvPr>
        </p:nvSpPr>
        <p:spPr/>
        <p:txBody>
          <a:bodyPr/>
          <a:lstStyle/>
          <a:p>
            <a:r>
              <a:rPr lang="en-US" altLang="ko-KR" dirty="0"/>
              <a:t>Section 05</a:t>
            </a:r>
            <a:endParaRPr lang="ko-KR" altLang="en-US" dirty="0"/>
          </a:p>
        </p:txBody>
      </p:sp>
    </p:spTree>
    <p:extLst>
      <p:ext uri="{BB962C8B-B14F-4D97-AF65-F5344CB8AC3E}">
        <p14:creationId xmlns:p14="http://schemas.microsoft.com/office/powerpoint/2010/main" val="2894765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9242B74-B9E5-01DD-254D-8329F80091F3}"/>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D4BBA620-194B-0FE3-6DA3-8EEBD36A4DF5}"/>
              </a:ext>
            </a:extLst>
          </p:cNvPr>
          <p:cNvSpPr>
            <a:spLocks noGrp="1"/>
          </p:cNvSpPr>
          <p:nvPr>
            <p:ph idx="10"/>
          </p:nvPr>
        </p:nvSpPr>
        <p:spPr>
          <a:xfrm>
            <a:off x="539552" y="2923181"/>
            <a:ext cx="8208912" cy="3674170"/>
          </a:xfrm>
        </p:spPr>
        <p:txBody>
          <a:bodyPr/>
          <a:lstStyle/>
          <a:p>
            <a:r>
              <a:rPr lang="ko-KR" altLang="en-US" dirty="0"/>
              <a:t>가상머신의 개념과 가상머신 소프트웨어의 종류</a:t>
            </a:r>
          </a:p>
          <a:p>
            <a:pPr lvl="2"/>
            <a:r>
              <a:rPr lang="ko-KR" altLang="en-US" b="1" dirty="0"/>
              <a:t>가상머신</a:t>
            </a:r>
            <a:endParaRPr lang="en-US" altLang="ko-KR" b="1" dirty="0"/>
          </a:p>
          <a:p>
            <a:pPr lvl="3"/>
            <a:r>
              <a:rPr lang="ko-KR" altLang="en-US" dirty="0"/>
              <a:t>호스트 </a:t>
            </a:r>
            <a:r>
              <a:rPr lang="en-US" altLang="ko-KR" dirty="0"/>
              <a:t>OS</a:t>
            </a:r>
            <a:r>
              <a:rPr lang="ko-KR" altLang="en-US" dirty="0"/>
              <a:t>에 가상의 </a:t>
            </a:r>
            <a:r>
              <a:rPr lang="en-US" altLang="ko-KR" dirty="0"/>
              <a:t>PC(</a:t>
            </a:r>
            <a:r>
              <a:rPr lang="ko-KR" altLang="en-US" dirty="0"/>
              <a:t>시스템</a:t>
            </a:r>
            <a:r>
              <a:rPr lang="en-US" altLang="ko-KR" dirty="0"/>
              <a:t>)</a:t>
            </a:r>
            <a:r>
              <a:rPr lang="ko-KR" altLang="en-US" dirty="0"/>
              <a:t>를 생성하여 별도의 운영체제</a:t>
            </a:r>
            <a:r>
              <a:rPr lang="en-US" altLang="ko-KR" dirty="0"/>
              <a:t>(</a:t>
            </a:r>
            <a:r>
              <a:rPr lang="ko-KR" altLang="en-US" dirty="0"/>
              <a:t>게스트 </a:t>
            </a:r>
            <a:r>
              <a:rPr lang="en-US" altLang="ko-KR" dirty="0"/>
              <a:t>OS)</a:t>
            </a:r>
            <a:r>
              <a:rPr lang="ko-KR" altLang="en-US" dirty="0"/>
              <a:t>를 설치</a:t>
            </a:r>
            <a:r>
              <a:rPr lang="en-US" altLang="ko-KR" dirty="0"/>
              <a:t>·</a:t>
            </a:r>
            <a:r>
              <a:rPr lang="ko-KR" altLang="en-US" dirty="0"/>
              <a:t>실행할 수 있도록 하는 소프트웨어</a:t>
            </a:r>
            <a:r>
              <a:rPr lang="en-US" altLang="ko-KR" dirty="0"/>
              <a:t>(</a:t>
            </a:r>
            <a:r>
              <a:rPr lang="ko-KR" altLang="en-US" dirty="0" err="1"/>
              <a:t>하이퍼바이저</a:t>
            </a:r>
            <a:r>
              <a:rPr lang="ko-KR" altLang="en-US" dirty="0"/>
              <a:t> 기반</a:t>
            </a:r>
            <a:r>
              <a:rPr lang="en-US" altLang="ko-KR" dirty="0"/>
              <a:t>)</a:t>
            </a:r>
            <a:endParaRPr lang="ko-KR" altLang="en-US" dirty="0"/>
          </a:p>
          <a:p>
            <a:pPr lvl="2"/>
            <a:r>
              <a:rPr lang="ko-KR" altLang="en-US" b="1" dirty="0"/>
              <a:t>특징</a:t>
            </a:r>
          </a:p>
          <a:p>
            <a:pPr lvl="3"/>
            <a:r>
              <a:rPr lang="ko-KR" altLang="en-US" dirty="0"/>
              <a:t>하나의 </a:t>
            </a:r>
            <a:r>
              <a:rPr lang="en-US" altLang="ko-KR" dirty="0"/>
              <a:t>PC </a:t>
            </a:r>
            <a:r>
              <a:rPr lang="ko-KR" altLang="en-US" dirty="0"/>
              <a:t>환경에서 여러 운영체제를 동시에 실행 가능</a:t>
            </a:r>
            <a:endParaRPr lang="en-US" altLang="ko-KR" dirty="0"/>
          </a:p>
          <a:p>
            <a:pPr lvl="3"/>
            <a:r>
              <a:rPr lang="ko-KR" altLang="en-US" dirty="0"/>
              <a:t>시스템 메모리를 분할 사용하므로 여러 가상머신을 동시에 실행할 경우 충분한 메모리 자원 필요</a:t>
            </a:r>
          </a:p>
        </p:txBody>
      </p:sp>
      <p:grpSp>
        <p:nvGrpSpPr>
          <p:cNvPr id="8" name="그룹 7">
            <a:extLst>
              <a:ext uri="{FF2B5EF4-FFF2-40B4-BE49-F238E27FC236}">
                <a16:creationId xmlns:a16="http://schemas.microsoft.com/office/drawing/2014/main" id="{40CDE9DD-7D0C-F1A7-7163-4599E5D89EE6}"/>
              </a:ext>
            </a:extLst>
          </p:cNvPr>
          <p:cNvGrpSpPr/>
          <p:nvPr/>
        </p:nvGrpSpPr>
        <p:grpSpPr>
          <a:xfrm>
            <a:off x="673950" y="1330693"/>
            <a:ext cx="6526343" cy="995220"/>
            <a:chOff x="971600" y="3875021"/>
            <a:chExt cx="6526343" cy="995220"/>
          </a:xfrm>
        </p:grpSpPr>
        <p:pic>
          <p:nvPicPr>
            <p:cNvPr id="9" name="그래픽 8" descr="펭귄 단색으로 채워진">
              <a:extLst>
                <a:ext uri="{FF2B5EF4-FFF2-40B4-BE49-F238E27FC236}">
                  <a16:creationId xmlns:a16="http://schemas.microsoft.com/office/drawing/2014/main" id="{1FB50963-20DF-CAC6-BCAE-92E7672F62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1600" y="4294177"/>
              <a:ext cx="576064" cy="576064"/>
            </a:xfrm>
            <a:prstGeom prst="rect">
              <a:avLst/>
            </a:prstGeom>
          </p:spPr>
        </p:pic>
        <p:sp>
          <p:nvSpPr>
            <p:cNvPr id="10" name="직각 삼각형 9">
              <a:extLst>
                <a:ext uri="{FF2B5EF4-FFF2-40B4-BE49-F238E27FC236}">
                  <a16:creationId xmlns:a16="http://schemas.microsoft.com/office/drawing/2014/main" id="{38EFFC41-A152-0CE9-C561-D07D789C52FC}"/>
                </a:ext>
              </a:extLst>
            </p:cNvPr>
            <p:cNvSpPr/>
            <p:nvPr/>
          </p:nvSpPr>
          <p:spPr>
            <a:xfrm rot="14212554" flipH="1">
              <a:off x="1619672" y="4128486"/>
              <a:ext cx="216024" cy="360040"/>
            </a:xfrm>
            <a:prstGeom prst="rtTriangle">
              <a:avLst/>
            </a:prstGeom>
            <a:solidFill>
              <a:srgbClr val="C4D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atinLnBrk="0"/>
              <a:endParaRPr lang="ko-KR" altLang="en-US" sz="1600" dirty="0">
                <a:solidFill>
                  <a:schemeClr val="tx1"/>
                </a:solidFill>
                <a:latin typeface="한컴산뜻돋움" panose="02000000000000000000" pitchFamily="2" charset="-127"/>
                <a:ea typeface="한컴산뜻돋움" panose="02000000000000000000" pitchFamily="2" charset="-127"/>
              </a:endParaRPr>
            </a:p>
          </p:txBody>
        </p:sp>
        <p:sp>
          <p:nvSpPr>
            <p:cNvPr id="11" name="사각형: 둥근 모서리 10">
              <a:extLst>
                <a:ext uri="{FF2B5EF4-FFF2-40B4-BE49-F238E27FC236}">
                  <a16:creationId xmlns:a16="http://schemas.microsoft.com/office/drawing/2014/main" id="{CEECB30A-2904-3E77-36BA-A52BF84CD107}"/>
                </a:ext>
              </a:extLst>
            </p:cNvPr>
            <p:cNvSpPr/>
            <p:nvPr/>
          </p:nvSpPr>
          <p:spPr>
            <a:xfrm>
              <a:off x="1727684" y="3875021"/>
              <a:ext cx="5770259" cy="914400"/>
            </a:xfrm>
            <a:prstGeom prst="roundRect">
              <a:avLst/>
            </a:prstGeom>
            <a:solidFill>
              <a:srgbClr val="C4D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latinLnBrk="0"/>
              <a:r>
                <a:rPr lang="ko-KR" altLang="en-US" sz="1600" b="1" dirty="0">
                  <a:solidFill>
                    <a:schemeClr val="tx1"/>
                  </a:solidFill>
                </a:rPr>
                <a:t>리눅스를 본격적으로 공부하려면 리눅스를 설치해야 한다</a:t>
              </a:r>
              <a:r>
                <a:rPr lang="en-US" altLang="ko-KR" sz="1600" b="1" dirty="0">
                  <a:solidFill>
                    <a:schemeClr val="tx1"/>
                  </a:solidFill>
                </a:rPr>
                <a:t>.</a:t>
              </a:r>
            </a:p>
            <a:p>
              <a:pPr algn="l" latinLnBrk="0"/>
              <a:r>
                <a:rPr lang="ko-KR" altLang="en-US" sz="1600" b="1" dirty="0">
                  <a:solidFill>
                    <a:schemeClr val="tx1"/>
                  </a:solidFill>
                </a:rPr>
                <a:t>기존의 </a:t>
              </a:r>
              <a:r>
                <a:rPr lang="en-US" altLang="ko-KR" sz="1600" b="1" dirty="0">
                  <a:solidFill>
                    <a:schemeClr val="tx1"/>
                  </a:solidFill>
                </a:rPr>
                <a:t>PC</a:t>
              </a:r>
              <a:r>
                <a:rPr lang="ko-KR" altLang="en-US" sz="1600" b="1" dirty="0">
                  <a:solidFill>
                    <a:schemeClr val="tx1"/>
                  </a:solidFill>
                </a:rPr>
                <a:t>에 가상머신을 설치하여 사용할 것이므로 별도의 </a:t>
              </a:r>
              <a:r>
                <a:rPr lang="en-US" altLang="ko-KR" sz="1600" b="1" dirty="0">
                  <a:solidFill>
                    <a:schemeClr val="tx1"/>
                  </a:solidFill>
                </a:rPr>
                <a:t>PC</a:t>
              </a:r>
              <a:r>
                <a:rPr lang="ko-KR" altLang="en-US" sz="1600" b="1" dirty="0">
                  <a:solidFill>
                    <a:schemeClr val="tx1"/>
                  </a:solidFill>
                </a:rPr>
                <a:t>를 준비할 필요는 없다</a:t>
              </a:r>
              <a:r>
                <a:rPr lang="en-US" altLang="ko-KR" sz="1600" b="1" dirty="0">
                  <a:solidFill>
                    <a:schemeClr val="tx1"/>
                  </a:solidFill>
                </a:rPr>
                <a:t>.</a:t>
              </a:r>
            </a:p>
          </p:txBody>
        </p:sp>
      </p:grpSp>
    </p:spTree>
    <p:extLst>
      <p:ext uri="{BB962C8B-B14F-4D97-AF65-F5344CB8AC3E}">
        <p14:creationId xmlns:p14="http://schemas.microsoft.com/office/powerpoint/2010/main" val="983367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6E68DA-C6B8-8D7A-7DF0-919721B8796B}"/>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45C82D4E-CEC5-8509-2A8E-CD93503333C7}"/>
              </a:ext>
            </a:extLst>
          </p:cNvPr>
          <p:cNvSpPr>
            <a:spLocks noGrp="1"/>
          </p:cNvSpPr>
          <p:nvPr>
            <p:ph idx="10"/>
          </p:nvPr>
        </p:nvSpPr>
        <p:spPr>
          <a:xfrm>
            <a:off x="539552" y="4509120"/>
            <a:ext cx="8208912" cy="1800200"/>
          </a:xfrm>
        </p:spPr>
        <p:txBody>
          <a:bodyPr/>
          <a:lstStyle/>
          <a:p>
            <a:pPr lvl="2"/>
            <a:r>
              <a:rPr lang="en-US" altLang="ko-KR" b="1" dirty="0"/>
              <a:t>VMware Workstation Pro</a:t>
            </a:r>
          </a:p>
          <a:p>
            <a:pPr lvl="3"/>
            <a:r>
              <a:rPr lang="ko-KR" altLang="en-US" dirty="0"/>
              <a:t>기존 무료 제품 </a:t>
            </a:r>
            <a:r>
              <a:rPr lang="en-US" altLang="ko-KR" dirty="0"/>
              <a:t>VMware Workstation Player </a:t>
            </a:r>
            <a:r>
              <a:rPr lang="ko-KR" altLang="en-US" dirty="0"/>
              <a:t>제공 중단</a:t>
            </a:r>
            <a:br>
              <a:rPr lang="en-US" altLang="ko-KR" dirty="0"/>
            </a:br>
            <a:r>
              <a:rPr lang="ko-KR" altLang="en-US" dirty="0"/>
              <a:t>→ 개인용 </a:t>
            </a:r>
            <a:r>
              <a:rPr lang="en-US" altLang="ko-KR" dirty="0" err="1"/>
              <a:t>Vmware</a:t>
            </a:r>
            <a:r>
              <a:rPr lang="en-US" altLang="ko-KR" dirty="0"/>
              <a:t> Workstation Pro</a:t>
            </a:r>
            <a:r>
              <a:rPr lang="ko-KR" altLang="en-US" dirty="0"/>
              <a:t>를 무료로 제공</a:t>
            </a:r>
            <a:endParaRPr lang="en-US" altLang="ko-KR" dirty="0"/>
          </a:p>
          <a:p>
            <a:pPr lvl="3"/>
            <a:r>
              <a:rPr lang="ko-KR" altLang="en-US" dirty="0"/>
              <a:t>이 책에서는 </a:t>
            </a:r>
            <a:r>
              <a:rPr lang="en-US" altLang="ko-KR" dirty="0"/>
              <a:t>VMware Workstation Pro</a:t>
            </a:r>
            <a:r>
              <a:rPr lang="ko-KR" altLang="en-US" dirty="0"/>
              <a:t>를 활용해 리눅스를 설치하고 학습 진행</a:t>
            </a:r>
          </a:p>
          <a:p>
            <a:endParaRPr lang="ko-KR" altLang="en-US" dirty="0"/>
          </a:p>
        </p:txBody>
      </p:sp>
      <p:pic>
        <p:nvPicPr>
          <p:cNvPr id="13" name="그림 12" descr="텍스트, 스크린샷, 폰트, 번호이(가) 표시된 사진&#10;&#10;AI 생성 콘텐츠는 정확하지 않을 수 있습니다.">
            <a:extLst>
              <a:ext uri="{FF2B5EF4-FFF2-40B4-BE49-F238E27FC236}">
                <a16:creationId xmlns:a16="http://schemas.microsoft.com/office/drawing/2014/main" id="{686EB14A-E687-E161-A2CF-F66A31E5A1A9}"/>
              </a:ext>
            </a:extLst>
          </p:cNvPr>
          <p:cNvPicPr>
            <a:picLocks noChangeAspect="1"/>
          </p:cNvPicPr>
          <p:nvPr/>
        </p:nvPicPr>
        <p:blipFill>
          <a:blip r:embed="rId2"/>
          <a:stretch>
            <a:fillRect/>
          </a:stretch>
        </p:blipFill>
        <p:spPr>
          <a:xfrm>
            <a:off x="552450" y="1268760"/>
            <a:ext cx="8039100" cy="2438400"/>
          </a:xfrm>
          <a:prstGeom prst="rect">
            <a:avLst/>
          </a:prstGeom>
        </p:spPr>
      </p:pic>
    </p:spTree>
    <p:extLst>
      <p:ext uri="{BB962C8B-B14F-4D97-AF65-F5344CB8AC3E}">
        <p14:creationId xmlns:p14="http://schemas.microsoft.com/office/powerpoint/2010/main" val="3273767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B55186-9E6D-9420-6989-19C1993420F9}"/>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97C05250-DB2F-AE16-0714-CDB39358BF65}"/>
              </a:ext>
            </a:extLst>
          </p:cNvPr>
          <p:cNvSpPr>
            <a:spLocks noGrp="1"/>
          </p:cNvSpPr>
          <p:nvPr>
            <p:ph idx="10"/>
          </p:nvPr>
        </p:nvSpPr>
        <p:spPr/>
        <p:txBody>
          <a:bodyPr/>
          <a:lstStyle/>
          <a:p>
            <a:r>
              <a:rPr lang="ko-KR" altLang="en-US" dirty="0"/>
              <a:t>가상머신 소프트웨어의 설치</a:t>
            </a:r>
            <a:endParaRPr lang="en-US" altLang="ko-KR" dirty="0"/>
          </a:p>
          <a:p>
            <a:pPr lvl="1"/>
            <a:r>
              <a:rPr lang="en-US" altLang="ko-KR" dirty="0"/>
              <a:t>VMware </a:t>
            </a:r>
            <a:r>
              <a:rPr lang="ko-KR" altLang="en-US" dirty="0"/>
              <a:t>다운로드하기</a:t>
            </a:r>
            <a:endParaRPr lang="en-US" altLang="ko-KR" dirty="0"/>
          </a:p>
          <a:p>
            <a:pPr lvl="3"/>
            <a:r>
              <a:rPr lang="ko-KR" altLang="en-US" dirty="0" err="1"/>
              <a:t>브로드컴</a:t>
            </a:r>
            <a:r>
              <a:rPr lang="ko-KR" altLang="en-US" dirty="0"/>
              <a:t> 사이트</a:t>
            </a:r>
            <a:r>
              <a:rPr lang="en-US" altLang="ko-KR" dirty="0"/>
              <a:t>(https://login.broadcom.com)</a:t>
            </a:r>
            <a:r>
              <a:rPr lang="ko-KR" altLang="en-US" dirty="0"/>
              <a:t>에서 계정 등록 후 로그인</a:t>
            </a:r>
            <a:endParaRPr lang="en-US" altLang="ko-KR" dirty="0"/>
          </a:p>
          <a:p>
            <a:pPr lvl="3"/>
            <a:r>
              <a:rPr lang="ko-KR" altLang="en-US" dirty="0"/>
              <a:t>로그인 후 </a:t>
            </a:r>
            <a:r>
              <a:rPr lang="ko-KR" altLang="en-US" dirty="0" err="1"/>
              <a:t>메인화면에서</a:t>
            </a:r>
            <a:r>
              <a:rPr lang="ko-KR" altLang="en-US" dirty="0"/>
              <a:t> </a:t>
            </a:r>
            <a:r>
              <a:rPr lang="en-US" altLang="ko-KR" dirty="0"/>
              <a:t>[Support Portal] → [Software] → [</a:t>
            </a:r>
            <a:r>
              <a:rPr lang="en-US" altLang="ko-KR" dirty="0" err="1"/>
              <a:t>Vmware</a:t>
            </a:r>
            <a:r>
              <a:rPr lang="en-US" altLang="ko-KR" dirty="0"/>
              <a:t> Workstation Pro]</a:t>
            </a:r>
            <a:r>
              <a:rPr lang="ko-KR" altLang="en-US" dirty="0"/>
              <a:t>에서 최신 버전</a:t>
            </a:r>
            <a:r>
              <a:rPr lang="en-US" altLang="ko-KR" dirty="0"/>
              <a:t>(</a:t>
            </a:r>
            <a:r>
              <a:rPr lang="ko-KR" altLang="en-US" dirty="0"/>
              <a:t>예</a:t>
            </a:r>
            <a:r>
              <a:rPr lang="en-US" altLang="ko-KR" dirty="0"/>
              <a:t>: 17.5.2)</a:t>
            </a:r>
            <a:r>
              <a:rPr lang="ko-KR" altLang="en-US" dirty="0"/>
              <a:t>을 선택해 다운로드</a:t>
            </a:r>
            <a:endParaRPr lang="en-US" altLang="ko-KR" dirty="0"/>
          </a:p>
          <a:p>
            <a:pPr lvl="3"/>
            <a:r>
              <a:rPr lang="ko-KR" altLang="en-US" dirty="0"/>
              <a:t>다운로드 시 ‘</a:t>
            </a:r>
            <a:r>
              <a:rPr lang="en-US" altLang="ko-KR" dirty="0"/>
              <a:t>I agree to Terms and Conditions’ </a:t>
            </a:r>
            <a:r>
              <a:rPr lang="ko-KR" altLang="en-US" dirty="0"/>
              <a:t>체크 필요</a:t>
            </a:r>
            <a:endParaRPr lang="en-US" altLang="ko-KR" dirty="0"/>
          </a:p>
          <a:p>
            <a:pPr lvl="2"/>
            <a:endParaRPr lang="en-US" altLang="ko-KR" dirty="0"/>
          </a:p>
          <a:p>
            <a:pPr lvl="1"/>
            <a:r>
              <a:rPr lang="ko-KR" altLang="en-US" dirty="0"/>
              <a:t> </a:t>
            </a:r>
            <a:r>
              <a:rPr lang="en-US" altLang="ko-KR" dirty="0"/>
              <a:t>VMware </a:t>
            </a:r>
            <a:r>
              <a:rPr lang="ko-KR" altLang="en-US" dirty="0"/>
              <a:t>설치하기</a:t>
            </a:r>
            <a:endParaRPr lang="en-US" altLang="ko-KR" dirty="0"/>
          </a:p>
          <a:p>
            <a:pPr lvl="3"/>
            <a:r>
              <a:rPr lang="ko-KR" altLang="en-US" dirty="0"/>
              <a:t>일반 윈도 프로그램처럼 설치 진행</a:t>
            </a:r>
            <a:endParaRPr lang="en-US" altLang="ko-KR" dirty="0"/>
          </a:p>
          <a:p>
            <a:pPr lvl="3"/>
            <a:r>
              <a:rPr lang="ko-KR" altLang="en-US" dirty="0"/>
              <a:t>필요 시 </a:t>
            </a:r>
            <a:r>
              <a:rPr lang="en-US" altLang="ko-KR" dirty="0"/>
              <a:t>Microsoft Visual C++ </a:t>
            </a:r>
            <a:r>
              <a:rPr lang="ko-KR" altLang="en-US" dirty="0" err="1"/>
              <a:t>재배포</a:t>
            </a:r>
            <a:r>
              <a:rPr lang="ko-KR" altLang="en-US" dirty="0"/>
              <a:t> 가능 패키지</a:t>
            </a:r>
            <a:r>
              <a:rPr lang="en-US" altLang="ko-KR" dirty="0"/>
              <a:t>(X86, X64 </a:t>
            </a:r>
            <a:r>
              <a:rPr lang="ko-KR" altLang="en-US" dirty="0"/>
              <a:t>버전</a:t>
            </a:r>
            <a:r>
              <a:rPr lang="en-US" altLang="ko-KR" dirty="0"/>
              <a:t>) </a:t>
            </a:r>
            <a:r>
              <a:rPr lang="ko-KR" altLang="en-US" dirty="0"/>
              <a:t>설치 후 재부팅</a:t>
            </a:r>
            <a:endParaRPr lang="en-US" altLang="ko-KR" dirty="0"/>
          </a:p>
          <a:p>
            <a:pPr lvl="4"/>
            <a:r>
              <a:rPr lang="ko-KR" altLang="en-US" dirty="0">
                <a:solidFill>
                  <a:schemeClr val="accent1">
                    <a:lumMod val="50000"/>
                  </a:schemeClr>
                </a:solidFill>
              </a:rPr>
              <a:t>구글에서 ‘</a:t>
            </a:r>
            <a:r>
              <a:rPr lang="en-US" altLang="ko-KR" dirty="0">
                <a:solidFill>
                  <a:schemeClr val="accent1">
                    <a:lumMod val="50000"/>
                  </a:schemeClr>
                </a:solidFill>
              </a:rPr>
              <a:t>Microsoft Visual C++ </a:t>
            </a:r>
            <a:r>
              <a:rPr lang="ko-KR" altLang="en-US" dirty="0" err="1">
                <a:solidFill>
                  <a:schemeClr val="accent1">
                    <a:lumMod val="50000"/>
                  </a:schemeClr>
                </a:solidFill>
              </a:rPr>
              <a:t>재배포</a:t>
            </a:r>
            <a:r>
              <a:rPr lang="ko-KR" altLang="en-US" dirty="0">
                <a:solidFill>
                  <a:schemeClr val="accent1">
                    <a:lumMod val="50000"/>
                  </a:schemeClr>
                </a:solidFill>
              </a:rPr>
              <a:t> 가능 </a:t>
            </a:r>
            <a:r>
              <a:rPr lang="ko-KR" altLang="en-US" dirty="0" err="1">
                <a:solidFill>
                  <a:schemeClr val="accent1">
                    <a:lumMod val="50000"/>
                  </a:schemeClr>
                </a:solidFill>
              </a:rPr>
              <a:t>패키지’를</a:t>
            </a:r>
            <a:r>
              <a:rPr lang="ko-KR" altLang="en-US" dirty="0">
                <a:solidFill>
                  <a:schemeClr val="accent1">
                    <a:lumMod val="50000"/>
                  </a:schemeClr>
                </a:solidFill>
              </a:rPr>
              <a:t> 검색하면 다운로드할 수 있음</a:t>
            </a:r>
            <a:endParaRPr lang="en-US" altLang="ko-KR" dirty="0">
              <a:solidFill>
                <a:schemeClr val="accent1">
                  <a:lumMod val="50000"/>
                </a:schemeClr>
              </a:solidFill>
            </a:endParaRPr>
          </a:p>
          <a:p>
            <a:pPr lvl="3"/>
            <a:r>
              <a:rPr lang="ko-KR" altLang="en-US" dirty="0"/>
              <a:t>설치 후 </a:t>
            </a:r>
            <a:r>
              <a:rPr lang="en-US" altLang="ko-KR" dirty="0"/>
              <a:t>VMware Workstation Pro</a:t>
            </a:r>
            <a:r>
              <a:rPr lang="ko-KR" altLang="en-US" dirty="0"/>
              <a:t>를 실행했을 때 라이선스 정보를 물어보면</a:t>
            </a:r>
            <a:br>
              <a:rPr lang="en-US" altLang="ko-KR" dirty="0"/>
            </a:br>
            <a:r>
              <a:rPr lang="ko-KR" altLang="en-US" dirty="0"/>
              <a:t>‘</a:t>
            </a:r>
            <a:r>
              <a:rPr lang="en-US" altLang="ko-KR" dirty="0"/>
              <a:t>Use VMware Workstation 17 for Personal Use’</a:t>
            </a:r>
            <a:r>
              <a:rPr lang="ko-KR" altLang="en-US" dirty="0"/>
              <a:t>를 선택</a:t>
            </a:r>
          </a:p>
        </p:txBody>
      </p:sp>
    </p:spTree>
    <p:extLst>
      <p:ext uri="{BB962C8B-B14F-4D97-AF65-F5344CB8AC3E}">
        <p14:creationId xmlns:p14="http://schemas.microsoft.com/office/powerpoint/2010/main" val="2606705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15F4F-2763-7C03-5503-733C061A404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698EA01-64C9-A027-9E56-4DF06636C53E}"/>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4E320998-7E6C-3377-E17E-BFFEB7D1608A}"/>
              </a:ext>
            </a:extLst>
          </p:cNvPr>
          <p:cNvSpPr>
            <a:spLocks noGrp="1"/>
          </p:cNvSpPr>
          <p:nvPr>
            <p:ph idx="10"/>
          </p:nvPr>
        </p:nvSpPr>
        <p:spPr/>
        <p:txBody>
          <a:bodyPr/>
          <a:lstStyle/>
          <a:p>
            <a:pPr lvl="1"/>
            <a:r>
              <a:rPr lang="en-US" altLang="ko-KR" dirty="0"/>
              <a:t>VMware </a:t>
            </a:r>
            <a:r>
              <a:rPr lang="ko-KR" altLang="en-US" dirty="0"/>
              <a:t>실행 및 설정하기</a:t>
            </a:r>
            <a:endParaRPr lang="en-US" altLang="ko-KR" dirty="0"/>
          </a:p>
          <a:p>
            <a:pPr lvl="3"/>
            <a:r>
              <a:rPr lang="en-US" altLang="ko-KR" dirty="0"/>
              <a:t>VMware </a:t>
            </a:r>
            <a:r>
              <a:rPr lang="ko-KR" altLang="en-US" dirty="0"/>
              <a:t>실행 → </a:t>
            </a:r>
            <a:r>
              <a:rPr lang="en-US" altLang="ko-KR" dirty="0"/>
              <a:t>[Create a New Virtual Machine] </a:t>
            </a:r>
            <a:r>
              <a:rPr lang="ko-KR" altLang="en-US" dirty="0"/>
              <a:t>선택</a:t>
            </a:r>
            <a:endParaRPr lang="en-US" altLang="ko-KR" dirty="0"/>
          </a:p>
          <a:p>
            <a:pPr lvl="3"/>
            <a:r>
              <a:rPr lang="en-US" altLang="ko-KR" dirty="0"/>
              <a:t>[Typical] </a:t>
            </a:r>
            <a:r>
              <a:rPr lang="ko-KR" altLang="en-US" dirty="0"/>
              <a:t>선택 후 설치할 게스트 </a:t>
            </a:r>
            <a:r>
              <a:rPr lang="en-US" altLang="ko-KR" dirty="0"/>
              <a:t>OS </a:t>
            </a:r>
            <a:r>
              <a:rPr lang="ko-KR" altLang="en-US" dirty="0"/>
              <a:t>방식 선택</a:t>
            </a:r>
            <a:endParaRPr lang="en-US" altLang="ko-KR" dirty="0"/>
          </a:p>
          <a:p>
            <a:pPr lvl="4"/>
            <a:r>
              <a:rPr lang="ko-KR" altLang="en-US" dirty="0"/>
              <a:t>지금은 빈 디스크만 생성</a:t>
            </a:r>
            <a:r>
              <a:rPr lang="en-US" altLang="ko-KR" dirty="0"/>
              <a:t>(‘I will install the operating system later’ </a:t>
            </a:r>
            <a:r>
              <a:rPr lang="ko-KR" altLang="en-US" dirty="0"/>
              <a:t>선택</a:t>
            </a:r>
            <a:r>
              <a:rPr lang="en-US" altLang="ko-KR" dirty="0"/>
              <a:t>)</a:t>
            </a:r>
          </a:p>
          <a:p>
            <a:pPr lvl="4"/>
            <a:r>
              <a:rPr lang="ko-KR" altLang="en-US" dirty="0"/>
              <a:t>게스트 </a:t>
            </a:r>
            <a:r>
              <a:rPr lang="en-US" altLang="ko-KR" dirty="0"/>
              <a:t>OS: Linux → Ubuntu 64-bit </a:t>
            </a:r>
            <a:r>
              <a:rPr lang="ko-KR" altLang="en-US" dirty="0"/>
              <a:t>선택</a:t>
            </a:r>
            <a:endParaRPr lang="en-US" altLang="ko-KR" dirty="0"/>
          </a:p>
          <a:p>
            <a:pPr lvl="3"/>
            <a:r>
              <a:rPr lang="ko-KR" altLang="en-US" dirty="0"/>
              <a:t>가상머신 이름과 폴더 지정</a:t>
            </a:r>
            <a:r>
              <a:rPr lang="en-US" altLang="ko-KR" dirty="0"/>
              <a:t>(</a:t>
            </a:r>
            <a:r>
              <a:rPr lang="ko-KR" altLang="en-US" dirty="0"/>
              <a:t>예</a:t>
            </a:r>
            <a:r>
              <a:rPr lang="en-US" altLang="ko-KR" dirty="0"/>
              <a:t>: ‘Ubuntu 64-bit-2404’).</a:t>
            </a:r>
          </a:p>
          <a:p>
            <a:pPr lvl="3"/>
            <a:r>
              <a:rPr lang="ko-KR" altLang="en-US" dirty="0"/>
              <a:t>디스크 용량</a:t>
            </a:r>
            <a:r>
              <a:rPr lang="en-US" altLang="ko-KR" dirty="0"/>
              <a:t>(20GB) </a:t>
            </a:r>
            <a:r>
              <a:rPr lang="ko-KR" altLang="en-US" dirty="0"/>
              <a:t>설정 → 여러 파일로 저장</a:t>
            </a:r>
            <a:r>
              <a:rPr lang="en-US" altLang="ko-KR" dirty="0"/>
              <a:t>(Split virtual disk into multiple files)</a:t>
            </a:r>
            <a:r>
              <a:rPr lang="ko-KR" altLang="en-US" dirty="0"/>
              <a:t> 선택</a:t>
            </a:r>
            <a:endParaRPr lang="en-US" altLang="ko-KR" dirty="0"/>
          </a:p>
          <a:p>
            <a:pPr lvl="3"/>
            <a:r>
              <a:rPr lang="en-US" altLang="ko-KR" dirty="0"/>
              <a:t>[Finish]</a:t>
            </a:r>
            <a:r>
              <a:rPr lang="ko-KR" altLang="en-US" dirty="0"/>
              <a:t>를 클릭하면 가상머신 생성 완료</a:t>
            </a:r>
            <a:endParaRPr lang="en-US" altLang="ko-KR" dirty="0"/>
          </a:p>
        </p:txBody>
      </p:sp>
    </p:spTree>
    <p:extLst>
      <p:ext uri="{BB962C8B-B14F-4D97-AF65-F5344CB8AC3E}">
        <p14:creationId xmlns:p14="http://schemas.microsoft.com/office/powerpoint/2010/main" val="2756594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69121A-B93B-19B7-A6F5-007A867403C1}"/>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EC763BD1-DB02-CDA9-D025-DEC302F97C82}"/>
              </a:ext>
            </a:extLst>
          </p:cNvPr>
          <p:cNvSpPr>
            <a:spLocks noGrp="1"/>
          </p:cNvSpPr>
          <p:nvPr>
            <p:ph idx="10"/>
          </p:nvPr>
        </p:nvSpPr>
        <p:spPr/>
        <p:txBody>
          <a:bodyPr/>
          <a:lstStyle/>
          <a:p>
            <a:r>
              <a:rPr lang="ko-KR" altLang="en-US" dirty="0"/>
              <a:t>리눅스의 설치</a:t>
            </a:r>
            <a:endParaRPr lang="en-US" altLang="ko-KR" dirty="0"/>
          </a:p>
          <a:p>
            <a:pPr lvl="1"/>
            <a:r>
              <a:rPr lang="ko-KR" altLang="en-US" dirty="0"/>
              <a:t>우분투 리눅스 다운로드하기</a:t>
            </a:r>
            <a:endParaRPr lang="en-US" altLang="ko-KR" dirty="0"/>
          </a:p>
          <a:p>
            <a:pPr lvl="2"/>
            <a:r>
              <a:rPr lang="ko-KR" altLang="en-US" b="1" dirty="0"/>
              <a:t>우분투 리눅스 </a:t>
            </a:r>
            <a:r>
              <a:rPr lang="en-US" altLang="ko-KR" b="1" dirty="0"/>
              <a:t>ISO </a:t>
            </a:r>
            <a:r>
              <a:rPr lang="ko-KR" altLang="en-US" b="1" dirty="0"/>
              <a:t>파일 다운로드</a:t>
            </a:r>
          </a:p>
          <a:p>
            <a:pPr lvl="3"/>
            <a:r>
              <a:rPr lang="ko-KR" altLang="en-US" dirty="0"/>
              <a:t>다운로드 위치</a:t>
            </a:r>
            <a:r>
              <a:rPr lang="en-US" altLang="ko-KR" dirty="0"/>
              <a:t>: </a:t>
            </a:r>
            <a:r>
              <a:rPr lang="ko-KR" altLang="en-US" dirty="0"/>
              <a:t>우분투 공식 홈페이지</a:t>
            </a:r>
            <a:r>
              <a:rPr lang="en-US" altLang="ko-KR" dirty="0"/>
              <a:t>(https://ubuntu.com).</a:t>
            </a:r>
          </a:p>
          <a:p>
            <a:pPr lvl="3"/>
            <a:r>
              <a:rPr lang="ko-KR" altLang="en-US" dirty="0"/>
              <a:t>버전</a:t>
            </a:r>
            <a:r>
              <a:rPr lang="en-US" altLang="ko-KR" dirty="0"/>
              <a:t>: 2024</a:t>
            </a:r>
            <a:r>
              <a:rPr lang="ko-KR" altLang="en-US" dirty="0"/>
              <a:t>년 </a:t>
            </a:r>
            <a:r>
              <a:rPr lang="en-US" altLang="ko-KR" dirty="0"/>
              <a:t>4</a:t>
            </a:r>
            <a:r>
              <a:rPr lang="ko-KR" altLang="en-US" dirty="0"/>
              <a:t>월 </a:t>
            </a:r>
            <a:r>
              <a:rPr lang="en-US" altLang="ko-KR" dirty="0"/>
              <a:t>25</a:t>
            </a:r>
            <a:r>
              <a:rPr lang="ko-KR" altLang="en-US" dirty="0"/>
              <a:t>일 배포된 우분투 </a:t>
            </a:r>
            <a:r>
              <a:rPr lang="en-US" altLang="ko-KR" dirty="0"/>
              <a:t>24.04 LTS.</a:t>
            </a:r>
          </a:p>
          <a:p>
            <a:pPr lvl="3"/>
            <a:r>
              <a:rPr lang="ko-KR" altLang="en-US" dirty="0"/>
              <a:t>파일명</a:t>
            </a:r>
            <a:r>
              <a:rPr lang="en-US" altLang="ko-KR" dirty="0"/>
              <a:t>: ubuntu-24.04-desktop-amd64.iso.</a:t>
            </a:r>
          </a:p>
          <a:p>
            <a:pPr lvl="3"/>
            <a:endParaRPr lang="en-US" altLang="ko-KR" dirty="0"/>
          </a:p>
          <a:p>
            <a:pPr lvl="1"/>
            <a:r>
              <a:rPr lang="ko-KR" altLang="en-US" b="1" dirty="0"/>
              <a:t>우분투 리눅스 설치하기</a:t>
            </a:r>
          </a:p>
          <a:p>
            <a:pPr lvl="2"/>
            <a:r>
              <a:rPr lang="en-US" altLang="ko-KR" b="1" dirty="0"/>
              <a:t>ISO </a:t>
            </a:r>
            <a:r>
              <a:rPr lang="ko-KR" altLang="en-US" b="1" dirty="0"/>
              <a:t>파일 설정</a:t>
            </a:r>
          </a:p>
          <a:p>
            <a:pPr lvl="3"/>
            <a:r>
              <a:rPr lang="en-US" altLang="ko-KR" dirty="0"/>
              <a:t>VMware</a:t>
            </a:r>
            <a:r>
              <a:rPr lang="ko-KR" altLang="en-US" dirty="0"/>
              <a:t>에서 </a:t>
            </a:r>
            <a:r>
              <a:rPr lang="en-US" altLang="ko-KR" dirty="0"/>
              <a:t>[Edit virtual machine settings] </a:t>
            </a:r>
            <a:r>
              <a:rPr lang="ko-KR" altLang="en-US" dirty="0"/>
              <a:t>클릭</a:t>
            </a:r>
            <a:endParaRPr lang="en-US" altLang="ko-KR" dirty="0"/>
          </a:p>
          <a:p>
            <a:pPr lvl="3"/>
            <a:r>
              <a:rPr lang="en-US" altLang="ko-KR" dirty="0"/>
              <a:t>CD/DVD(SATA) → ‘Connect at power on’ </a:t>
            </a:r>
            <a:r>
              <a:rPr lang="ko-KR" altLang="en-US" dirty="0"/>
              <a:t>선택</a:t>
            </a:r>
            <a:endParaRPr lang="en-US" altLang="ko-KR" dirty="0"/>
          </a:p>
          <a:p>
            <a:pPr lvl="3"/>
            <a:r>
              <a:rPr lang="en-US" altLang="ko-KR" dirty="0"/>
              <a:t>ISO </a:t>
            </a:r>
            <a:r>
              <a:rPr lang="ko-KR" altLang="en-US" dirty="0"/>
              <a:t>파일 경로 지정 후 </a:t>
            </a:r>
            <a:r>
              <a:rPr lang="en-US" altLang="ko-KR" dirty="0"/>
              <a:t>[OK] </a:t>
            </a:r>
            <a:r>
              <a:rPr lang="ko-KR" altLang="en-US" dirty="0"/>
              <a:t>클릭</a:t>
            </a:r>
            <a:endParaRPr lang="en-US" altLang="ko-KR" dirty="0"/>
          </a:p>
          <a:p>
            <a:pPr lvl="3"/>
            <a:r>
              <a:rPr lang="en-US" altLang="ko-KR" dirty="0"/>
              <a:t>[Power on this virtual machine] </a:t>
            </a:r>
            <a:r>
              <a:rPr lang="ko-KR" altLang="en-US" dirty="0"/>
              <a:t>클릭 → 설치 화면 실행</a:t>
            </a:r>
            <a:endParaRPr lang="en-US" altLang="ko-KR" dirty="0"/>
          </a:p>
        </p:txBody>
      </p:sp>
    </p:spTree>
    <p:extLst>
      <p:ext uri="{BB962C8B-B14F-4D97-AF65-F5344CB8AC3E}">
        <p14:creationId xmlns:p14="http://schemas.microsoft.com/office/powerpoint/2010/main" val="2939725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6C9E-399C-E921-C882-E3647AABCCA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99EE9D2-B9E3-9CD8-B584-BCB5D54EF844}"/>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FE1760D8-31CC-7916-B522-5BCC1DCC5C45}"/>
              </a:ext>
            </a:extLst>
          </p:cNvPr>
          <p:cNvSpPr>
            <a:spLocks noGrp="1"/>
          </p:cNvSpPr>
          <p:nvPr>
            <p:ph idx="10"/>
          </p:nvPr>
        </p:nvSpPr>
        <p:spPr/>
        <p:txBody>
          <a:bodyPr/>
          <a:lstStyle/>
          <a:p>
            <a:pPr lvl="2"/>
            <a:r>
              <a:rPr lang="ko-KR" altLang="en-US" b="1" dirty="0"/>
              <a:t>설치 단계</a:t>
            </a:r>
            <a:endParaRPr lang="en-US" altLang="ko-KR" b="1" dirty="0"/>
          </a:p>
          <a:p>
            <a:pPr lvl="3"/>
            <a:r>
              <a:rPr lang="en-US" altLang="ko-KR" dirty="0"/>
              <a:t>[Try or Install Ubuntu] </a:t>
            </a:r>
            <a:r>
              <a:rPr lang="ko-KR" altLang="en-US" dirty="0"/>
              <a:t>선택</a:t>
            </a:r>
            <a:endParaRPr lang="en-US" altLang="ko-KR" dirty="0"/>
          </a:p>
          <a:p>
            <a:pPr lvl="3"/>
            <a:r>
              <a:rPr lang="ko-KR" altLang="en-US" dirty="0"/>
              <a:t>언어</a:t>
            </a:r>
            <a:r>
              <a:rPr lang="en-US" altLang="ko-KR" dirty="0"/>
              <a:t> </a:t>
            </a:r>
            <a:r>
              <a:rPr lang="ko-KR" altLang="en-US" dirty="0"/>
              <a:t>설정</a:t>
            </a:r>
            <a:r>
              <a:rPr lang="en-US" altLang="ko-KR" dirty="0"/>
              <a:t>: ‘</a:t>
            </a:r>
            <a:r>
              <a:rPr lang="ko-KR" altLang="en-US" dirty="0"/>
              <a:t>한국어’ 선택 후 </a:t>
            </a:r>
            <a:r>
              <a:rPr lang="en-US" altLang="ko-KR" dirty="0"/>
              <a:t>[</a:t>
            </a:r>
            <a:r>
              <a:rPr lang="ko-KR" altLang="en-US" dirty="0"/>
              <a:t>다음</a:t>
            </a:r>
            <a:r>
              <a:rPr lang="en-US" altLang="ko-KR" dirty="0"/>
              <a:t>] </a:t>
            </a:r>
          </a:p>
          <a:p>
            <a:pPr lvl="3"/>
            <a:r>
              <a:rPr lang="ko-KR" altLang="en-US" dirty="0"/>
              <a:t>키보드 설정</a:t>
            </a:r>
            <a:r>
              <a:rPr lang="en-US" altLang="ko-KR" dirty="0"/>
              <a:t>: ‘</a:t>
            </a:r>
            <a:r>
              <a:rPr lang="ko-KR" altLang="en-US" dirty="0"/>
              <a:t>한국어</a:t>
            </a:r>
            <a:r>
              <a:rPr lang="en-US" altLang="ko-KR" dirty="0"/>
              <a:t>-</a:t>
            </a:r>
            <a:r>
              <a:rPr lang="ko-KR" altLang="en-US" dirty="0"/>
              <a:t>한국어</a:t>
            </a:r>
            <a:r>
              <a:rPr lang="en-US" altLang="ko-KR" dirty="0"/>
              <a:t>(101/104</a:t>
            </a:r>
            <a:r>
              <a:rPr lang="ko-KR" altLang="en-US" dirty="0"/>
              <a:t>키 호환</a:t>
            </a:r>
            <a:r>
              <a:rPr lang="en-US" altLang="ko-KR" dirty="0"/>
              <a:t>)’ </a:t>
            </a:r>
            <a:r>
              <a:rPr lang="ko-KR" altLang="en-US" dirty="0"/>
              <a:t>선택 후 </a:t>
            </a:r>
            <a:r>
              <a:rPr lang="en-US" altLang="ko-KR" dirty="0"/>
              <a:t>[</a:t>
            </a:r>
            <a:r>
              <a:rPr lang="ko-KR" altLang="en-US" dirty="0"/>
              <a:t>다음</a:t>
            </a:r>
            <a:r>
              <a:rPr lang="en-US" altLang="ko-KR" dirty="0"/>
              <a:t>] </a:t>
            </a:r>
            <a:r>
              <a:rPr lang="ko-KR" altLang="en-US" dirty="0"/>
              <a:t>클릭</a:t>
            </a:r>
            <a:endParaRPr lang="en-US" altLang="ko-KR" dirty="0"/>
          </a:p>
          <a:p>
            <a:pPr lvl="3"/>
            <a:r>
              <a:rPr lang="ko-KR" altLang="en-US" dirty="0"/>
              <a:t>네트워크 설정</a:t>
            </a:r>
            <a:r>
              <a:rPr lang="en-US" altLang="ko-KR" dirty="0"/>
              <a:t>: </a:t>
            </a:r>
            <a:r>
              <a:rPr lang="ko-KR" altLang="en-US" dirty="0"/>
              <a:t>기본 ‘유선 연결 사용’ 선택 후 </a:t>
            </a:r>
            <a:r>
              <a:rPr lang="en-US" altLang="ko-KR" dirty="0"/>
              <a:t>[</a:t>
            </a:r>
            <a:r>
              <a:rPr lang="ko-KR" altLang="en-US" dirty="0"/>
              <a:t>다음</a:t>
            </a:r>
            <a:r>
              <a:rPr lang="en-US" altLang="ko-KR" dirty="0"/>
              <a:t>] </a:t>
            </a:r>
            <a:r>
              <a:rPr lang="ko-KR" altLang="en-US" dirty="0"/>
              <a:t>클릭</a:t>
            </a:r>
            <a:endParaRPr lang="en-US" altLang="ko-KR" dirty="0"/>
          </a:p>
          <a:p>
            <a:pPr lvl="3"/>
            <a:r>
              <a:rPr lang="ko-KR" altLang="en-US" dirty="0"/>
              <a:t>업데이트 건너뛰기</a:t>
            </a:r>
            <a:r>
              <a:rPr lang="en-US" altLang="ko-KR" dirty="0"/>
              <a:t>: [</a:t>
            </a:r>
            <a:r>
              <a:rPr lang="ko-KR" altLang="en-US" dirty="0"/>
              <a:t>넘기기</a:t>
            </a:r>
            <a:r>
              <a:rPr lang="en-US" altLang="ko-KR" dirty="0"/>
              <a:t>] </a:t>
            </a:r>
            <a:r>
              <a:rPr lang="ko-KR" altLang="en-US" dirty="0"/>
              <a:t>선택</a:t>
            </a:r>
            <a:endParaRPr lang="en-US" altLang="ko-KR" dirty="0"/>
          </a:p>
          <a:p>
            <a:pPr lvl="3"/>
            <a:r>
              <a:rPr lang="ko-KR" altLang="en-US" dirty="0"/>
              <a:t>설치 유형 선택</a:t>
            </a:r>
            <a:r>
              <a:rPr lang="en-US" altLang="ko-KR" dirty="0"/>
              <a:t>: [Ubuntu </a:t>
            </a:r>
            <a:r>
              <a:rPr lang="ko-KR" altLang="en-US" dirty="0"/>
              <a:t>설치</a:t>
            </a:r>
            <a:r>
              <a:rPr lang="en-US" altLang="ko-KR" dirty="0"/>
              <a:t>] </a:t>
            </a:r>
            <a:r>
              <a:rPr lang="ko-KR" altLang="en-US" dirty="0"/>
              <a:t>선택 후 </a:t>
            </a:r>
            <a:r>
              <a:rPr lang="en-US" altLang="ko-KR" dirty="0"/>
              <a:t>[</a:t>
            </a:r>
            <a:r>
              <a:rPr lang="ko-KR" altLang="en-US" dirty="0"/>
              <a:t>다음</a:t>
            </a:r>
            <a:r>
              <a:rPr lang="en-US" altLang="ko-KR" dirty="0"/>
              <a:t>]</a:t>
            </a:r>
          </a:p>
          <a:p>
            <a:pPr lvl="3"/>
            <a:r>
              <a:rPr lang="ko-KR" altLang="en-US" dirty="0"/>
              <a:t>설치 방법 선택</a:t>
            </a:r>
            <a:r>
              <a:rPr lang="en-US" altLang="ko-KR" dirty="0"/>
              <a:t>: ‘Interactive installation’ </a:t>
            </a:r>
            <a:r>
              <a:rPr lang="ko-KR" altLang="en-US" dirty="0"/>
              <a:t>선택</a:t>
            </a:r>
            <a:endParaRPr lang="en-US" altLang="ko-KR" dirty="0"/>
          </a:p>
          <a:p>
            <a:pPr lvl="3"/>
            <a:r>
              <a:rPr lang="ko-KR" altLang="en-US" dirty="0"/>
              <a:t>앱 설치 옵션</a:t>
            </a:r>
            <a:r>
              <a:rPr lang="en-US" altLang="ko-KR" dirty="0"/>
              <a:t>: ‘Default selection’ </a:t>
            </a:r>
            <a:r>
              <a:rPr lang="ko-KR" altLang="en-US" dirty="0"/>
              <a:t>선택</a:t>
            </a:r>
            <a:endParaRPr lang="en-US" altLang="ko-KR" dirty="0"/>
          </a:p>
          <a:p>
            <a:pPr lvl="3"/>
            <a:r>
              <a:rPr lang="ko-KR" altLang="en-US" dirty="0" err="1"/>
              <a:t>서드파티</a:t>
            </a:r>
            <a:r>
              <a:rPr lang="ko-KR" altLang="en-US" dirty="0"/>
              <a:t> 소프트웨어</a:t>
            </a:r>
            <a:r>
              <a:rPr lang="en-US" altLang="ko-KR" dirty="0"/>
              <a:t>: </a:t>
            </a:r>
            <a:r>
              <a:rPr lang="ko-KR" altLang="en-US" dirty="0"/>
              <a:t>선택하지 않고 </a:t>
            </a:r>
            <a:r>
              <a:rPr lang="en-US" altLang="ko-KR" dirty="0"/>
              <a:t>[</a:t>
            </a:r>
            <a:r>
              <a:rPr lang="ko-KR" altLang="en-US" dirty="0"/>
              <a:t>다음</a:t>
            </a:r>
            <a:r>
              <a:rPr lang="en-US" altLang="ko-KR" dirty="0"/>
              <a:t>]</a:t>
            </a:r>
          </a:p>
          <a:p>
            <a:pPr lvl="3"/>
            <a:r>
              <a:rPr lang="ko-KR" altLang="en-US" dirty="0"/>
              <a:t>디스크 파티션</a:t>
            </a:r>
            <a:r>
              <a:rPr lang="en-US" altLang="ko-KR" dirty="0"/>
              <a:t>: ‘</a:t>
            </a:r>
            <a:r>
              <a:rPr lang="ko-KR" altLang="en-US" dirty="0"/>
              <a:t>디스크 지우고 </a:t>
            </a:r>
            <a:r>
              <a:rPr lang="en-US" altLang="ko-KR" dirty="0"/>
              <a:t>Ubuntu </a:t>
            </a:r>
            <a:r>
              <a:rPr lang="ko-KR" altLang="en-US" dirty="0"/>
              <a:t>설치’ 선택 → 디스크 자동 배치사용자 계정</a:t>
            </a:r>
            <a:r>
              <a:rPr lang="en-US" altLang="ko-KR" dirty="0"/>
              <a:t>: user1 / </a:t>
            </a:r>
            <a:r>
              <a:rPr lang="ko-KR" altLang="en-US" dirty="0"/>
              <a:t>컴퓨터 이름</a:t>
            </a:r>
            <a:r>
              <a:rPr lang="en-US" altLang="ko-KR" dirty="0"/>
              <a:t>(</a:t>
            </a:r>
            <a:r>
              <a:rPr lang="ko-KR" altLang="en-US" dirty="0"/>
              <a:t>호스트 이름</a:t>
            </a:r>
            <a:r>
              <a:rPr lang="en-US" altLang="ko-KR" dirty="0"/>
              <a:t>): </a:t>
            </a:r>
            <a:r>
              <a:rPr lang="en-US" altLang="ko-KR" dirty="0" err="1"/>
              <a:t>hanbit</a:t>
            </a:r>
            <a:r>
              <a:rPr lang="en-US" altLang="ko-KR" dirty="0"/>
              <a:t>(</a:t>
            </a:r>
            <a:r>
              <a:rPr lang="ko-KR" altLang="en-US" dirty="0"/>
              <a:t>필요에 따라 변경 가능</a:t>
            </a:r>
            <a:r>
              <a:rPr lang="en-US" altLang="ko-KR" dirty="0"/>
              <a:t>)</a:t>
            </a:r>
          </a:p>
          <a:p>
            <a:pPr lvl="3"/>
            <a:endParaRPr lang="en-US" altLang="ko-KR" dirty="0"/>
          </a:p>
        </p:txBody>
      </p:sp>
    </p:spTree>
    <p:extLst>
      <p:ext uri="{BB962C8B-B14F-4D97-AF65-F5344CB8AC3E}">
        <p14:creationId xmlns:p14="http://schemas.microsoft.com/office/powerpoint/2010/main" val="37096439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내용 개체 틀 9" descr="텍스트, 스크린샷, 폰트, 번호이(가) 표시된 사진&#10;&#10;자동 생성된 설명">
            <a:extLst>
              <a:ext uri="{FF2B5EF4-FFF2-40B4-BE49-F238E27FC236}">
                <a16:creationId xmlns:a16="http://schemas.microsoft.com/office/drawing/2014/main" id="{98F4F7F5-9287-1698-E79B-7BAF367FED02}"/>
              </a:ext>
            </a:extLst>
          </p:cNvPr>
          <p:cNvPicPr>
            <a:picLocks noGrp="1" noChangeAspect="1"/>
          </p:cNvPicPr>
          <p:nvPr>
            <p:ph idx="10"/>
          </p:nvPr>
        </p:nvPicPr>
        <p:blipFill>
          <a:blip r:embed="rId2">
            <a:extLst>
              <a:ext uri="{28A0092B-C50C-407E-A947-70E740481C1C}">
                <a14:useLocalDpi xmlns:a14="http://schemas.microsoft.com/office/drawing/2010/main" val="0"/>
              </a:ext>
            </a:extLst>
          </a:blip>
          <a:stretch>
            <a:fillRect/>
          </a:stretch>
        </p:blipFill>
        <p:spPr>
          <a:xfrm>
            <a:off x="779470" y="1196975"/>
            <a:ext cx="7729522" cy="3455988"/>
          </a:xfrm>
        </p:spPr>
      </p:pic>
      <p:sp>
        <p:nvSpPr>
          <p:cNvPr id="4" name="내용 개체 틀 3">
            <a:extLst>
              <a:ext uri="{FF2B5EF4-FFF2-40B4-BE49-F238E27FC236}">
                <a16:creationId xmlns:a16="http://schemas.microsoft.com/office/drawing/2014/main" id="{5E62DFFF-4581-DA63-8A3A-CA0BAE44594A}"/>
              </a:ext>
            </a:extLst>
          </p:cNvPr>
          <p:cNvSpPr>
            <a:spLocks noGrp="1"/>
          </p:cNvSpPr>
          <p:nvPr>
            <p:ph idx="11"/>
          </p:nvPr>
        </p:nvSpPr>
        <p:spPr>
          <a:xfrm>
            <a:off x="539552" y="4797152"/>
            <a:ext cx="8208912" cy="1800200"/>
          </a:xfrm>
        </p:spPr>
        <p:txBody>
          <a:bodyPr/>
          <a:lstStyle/>
          <a:p>
            <a:pPr lvl="3"/>
            <a:r>
              <a:rPr lang="ko-KR" altLang="en-US" dirty="0"/>
              <a:t>시스템이 자동으로 위치를 인식 → 서울인지 확인 후 </a:t>
            </a:r>
            <a:r>
              <a:rPr lang="en-US" altLang="ko-KR" dirty="0"/>
              <a:t>[</a:t>
            </a:r>
            <a:r>
              <a:rPr lang="ko-KR" altLang="en-US" dirty="0"/>
              <a:t>다음</a:t>
            </a:r>
            <a:r>
              <a:rPr lang="en-US" altLang="ko-KR" dirty="0"/>
              <a:t>] </a:t>
            </a:r>
            <a:r>
              <a:rPr lang="ko-KR" altLang="en-US" dirty="0"/>
              <a:t>클릭</a:t>
            </a:r>
          </a:p>
          <a:p>
            <a:pPr lvl="3"/>
            <a:r>
              <a:rPr lang="en-US" altLang="ko-KR" dirty="0"/>
              <a:t>[</a:t>
            </a:r>
            <a:r>
              <a:rPr lang="ko-KR" altLang="en-US" dirty="0"/>
              <a:t>설치</a:t>
            </a:r>
            <a:r>
              <a:rPr lang="en-US" altLang="ko-KR" dirty="0"/>
              <a:t>] </a:t>
            </a:r>
            <a:r>
              <a:rPr lang="ko-KR" altLang="en-US" dirty="0"/>
              <a:t>클릭 → 우분투 설치 시작</a:t>
            </a:r>
          </a:p>
          <a:p>
            <a:pPr lvl="3"/>
            <a:r>
              <a:rPr lang="ko-KR" altLang="en-US" dirty="0"/>
              <a:t>설치가 완료되면 </a:t>
            </a:r>
            <a:r>
              <a:rPr lang="en-US" altLang="ko-KR" dirty="0"/>
              <a:t>[</a:t>
            </a:r>
            <a:r>
              <a:rPr lang="ko-KR" altLang="en-US" dirty="0"/>
              <a:t>지금 다시 시작</a:t>
            </a:r>
            <a:r>
              <a:rPr lang="en-US" altLang="ko-KR" dirty="0"/>
              <a:t>] </a:t>
            </a:r>
            <a:r>
              <a:rPr lang="ko-KR" altLang="en-US" dirty="0"/>
              <a:t>클릭 → 시스템 재부팅</a:t>
            </a:r>
          </a:p>
          <a:p>
            <a:pPr lvl="3"/>
            <a:r>
              <a:rPr lang="ko-KR" altLang="en-US" dirty="0"/>
              <a:t>재부팅 과정에서 설치 미디어 제거 후 ‘</a:t>
            </a:r>
            <a:r>
              <a:rPr lang="en-US" altLang="ko-KR" dirty="0"/>
              <a:t>ENTER’ </a:t>
            </a:r>
            <a:r>
              <a:rPr lang="ko-KR" altLang="en-US" dirty="0"/>
              <a:t>입력 → 부팅 시작</a:t>
            </a:r>
            <a:endParaRPr lang="en-US" altLang="ko-KR" dirty="0"/>
          </a:p>
          <a:p>
            <a:endParaRPr lang="ko-KR" altLang="en-US" dirty="0"/>
          </a:p>
        </p:txBody>
      </p:sp>
      <p:sp>
        <p:nvSpPr>
          <p:cNvPr id="2" name="제목 1">
            <a:extLst>
              <a:ext uri="{FF2B5EF4-FFF2-40B4-BE49-F238E27FC236}">
                <a16:creationId xmlns:a16="http://schemas.microsoft.com/office/drawing/2014/main" id="{70C13BB7-7F8F-68F8-2CD7-CC099DE6F422}"/>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Tree>
    <p:extLst>
      <p:ext uri="{BB962C8B-B14F-4D97-AF65-F5344CB8AC3E}">
        <p14:creationId xmlns:p14="http://schemas.microsoft.com/office/powerpoint/2010/main" val="3418659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A8F140-9158-C378-3C1D-BBD00C289ED4}"/>
              </a:ext>
            </a:extLst>
          </p:cNvPr>
          <p:cNvSpPr>
            <a:spLocks noGrp="1"/>
          </p:cNvSpPr>
          <p:nvPr>
            <p:ph type="title"/>
          </p:nvPr>
        </p:nvSpPr>
        <p:spPr/>
        <p:txBody>
          <a:bodyPr/>
          <a:lstStyle/>
          <a:p>
            <a:r>
              <a:rPr lang="en-US" altLang="ko-KR" sz="2400" dirty="0"/>
              <a:t>05 </a:t>
            </a:r>
            <a:r>
              <a:rPr lang="ko-KR" altLang="en-US" sz="2400" dirty="0"/>
              <a:t>리눅스 실습환경 구축</a:t>
            </a:r>
            <a:endParaRPr lang="ko-KR" altLang="en-US" dirty="0"/>
          </a:p>
        </p:txBody>
      </p:sp>
      <p:sp>
        <p:nvSpPr>
          <p:cNvPr id="3" name="내용 개체 틀 2">
            <a:extLst>
              <a:ext uri="{FF2B5EF4-FFF2-40B4-BE49-F238E27FC236}">
                <a16:creationId xmlns:a16="http://schemas.microsoft.com/office/drawing/2014/main" id="{3C7DCE80-95F5-9487-AC0A-94A687150DAA}"/>
              </a:ext>
            </a:extLst>
          </p:cNvPr>
          <p:cNvSpPr>
            <a:spLocks noGrp="1"/>
          </p:cNvSpPr>
          <p:nvPr>
            <p:ph idx="10"/>
          </p:nvPr>
        </p:nvSpPr>
        <p:spPr/>
        <p:txBody>
          <a:bodyPr/>
          <a:lstStyle/>
          <a:p>
            <a:pPr lvl="1"/>
            <a:r>
              <a:rPr lang="ko-KR" altLang="en-US" dirty="0"/>
              <a:t>우분투 리눅스 실행 및 초기 설정하기</a:t>
            </a:r>
            <a:endParaRPr lang="en-US" altLang="ko-KR" dirty="0"/>
          </a:p>
          <a:p>
            <a:pPr lvl="3"/>
            <a:r>
              <a:rPr lang="ko-KR" altLang="en-US" dirty="0"/>
              <a:t>재부팅 후 나타나는 로그인 화면에서 사용자 계정 선택 → 로그인</a:t>
            </a:r>
            <a:endParaRPr lang="en-US" altLang="ko-KR" dirty="0"/>
          </a:p>
          <a:p>
            <a:pPr lvl="3"/>
            <a:r>
              <a:rPr lang="ko-KR" altLang="en-US" dirty="0"/>
              <a:t>환영 메시지</a:t>
            </a:r>
            <a:r>
              <a:rPr lang="en-US" altLang="ko-KR" dirty="0"/>
              <a:t>: </a:t>
            </a:r>
            <a:r>
              <a:rPr lang="ko-KR" altLang="en-US" dirty="0"/>
              <a:t>안내 창에서 </a:t>
            </a:r>
            <a:r>
              <a:rPr lang="en-US" altLang="ko-KR" dirty="0"/>
              <a:t>[</a:t>
            </a:r>
            <a:r>
              <a:rPr lang="ko-KR" altLang="en-US" dirty="0"/>
              <a:t>다음</a:t>
            </a:r>
            <a:r>
              <a:rPr lang="en-US" altLang="ko-KR" dirty="0"/>
              <a:t>] </a:t>
            </a:r>
            <a:r>
              <a:rPr lang="ko-KR" altLang="en-US" dirty="0"/>
              <a:t>클릭</a:t>
            </a:r>
            <a:endParaRPr lang="en-US" altLang="ko-KR" dirty="0"/>
          </a:p>
          <a:p>
            <a:pPr lvl="3"/>
            <a:r>
              <a:rPr lang="ko-KR" altLang="en-US" dirty="0"/>
              <a:t>추가 설정</a:t>
            </a:r>
            <a:r>
              <a:rPr lang="en-US" altLang="ko-KR" dirty="0"/>
              <a:t>: </a:t>
            </a:r>
            <a:r>
              <a:rPr lang="ko-KR" altLang="en-US" dirty="0"/>
              <a:t>우분투 </a:t>
            </a:r>
            <a:r>
              <a:rPr lang="en-US" altLang="ko-KR" dirty="0"/>
              <a:t>Pro </a:t>
            </a:r>
            <a:r>
              <a:rPr lang="ko-KR" altLang="en-US" dirty="0"/>
              <a:t>업그레이드 여부</a:t>
            </a:r>
            <a:r>
              <a:rPr lang="en-US" altLang="ko-KR" dirty="0"/>
              <a:t>, </a:t>
            </a:r>
            <a:r>
              <a:rPr lang="ko-KR" altLang="en-US" dirty="0"/>
              <a:t>우분투 개선 참여</a:t>
            </a:r>
            <a:r>
              <a:rPr lang="en-US" altLang="ko-KR" dirty="0"/>
              <a:t>, </a:t>
            </a:r>
            <a:r>
              <a:rPr lang="ko-KR" altLang="en-US" dirty="0"/>
              <a:t>추가 앱 설치 여부 선택</a:t>
            </a:r>
            <a:endParaRPr lang="en-US" altLang="ko-KR" dirty="0"/>
          </a:p>
          <a:p>
            <a:pPr lvl="3"/>
            <a:r>
              <a:rPr lang="ko-KR" altLang="en-US" dirty="0"/>
              <a:t>특별한 설정 없이 </a:t>
            </a:r>
            <a:r>
              <a:rPr lang="en-US" altLang="ko-KR" dirty="0"/>
              <a:t>[</a:t>
            </a:r>
            <a:r>
              <a:rPr lang="ko-KR" altLang="en-US" dirty="0"/>
              <a:t>다음</a:t>
            </a:r>
            <a:r>
              <a:rPr lang="en-US" altLang="ko-KR" dirty="0"/>
              <a:t>] → [Finish] </a:t>
            </a:r>
            <a:r>
              <a:rPr lang="ko-KR" altLang="en-US" dirty="0"/>
              <a:t>클릭</a:t>
            </a:r>
            <a:endParaRPr lang="en-US" altLang="ko-KR" dirty="0"/>
          </a:p>
          <a:p>
            <a:pPr lvl="3"/>
            <a:r>
              <a:rPr lang="ko-KR" altLang="en-US" dirty="0"/>
              <a:t>추가 설정 완료 후 우분투 초기 화면 표시</a:t>
            </a:r>
            <a:endParaRPr lang="en-US" altLang="ko-KR" dirty="0"/>
          </a:p>
          <a:p>
            <a:pPr lvl="3"/>
            <a:r>
              <a:rPr lang="ko-KR" altLang="en-US" dirty="0"/>
              <a:t>모든 설치 및 설정 완료 → 우분투 사용 준비 완료</a:t>
            </a:r>
          </a:p>
          <a:p>
            <a:pPr lvl="2"/>
            <a:endParaRPr lang="ko-KR" altLang="en-US" dirty="0"/>
          </a:p>
        </p:txBody>
      </p:sp>
    </p:spTree>
    <p:extLst>
      <p:ext uri="{BB962C8B-B14F-4D97-AF65-F5344CB8AC3E}">
        <p14:creationId xmlns:p14="http://schemas.microsoft.com/office/powerpoint/2010/main" val="4102416520"/>
      </p:ext>
    </p:extLst>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bodyPr vert="horz" lIns="91440" tIns="45720" rIns="91440" bIns="45720" rtlCol="0" anchor="ctr">
        <a:normAutofit/>
      </a:bodyPr>
      <a:lstStyle>
        <a:defPPr>
          <a:defRPr sz="3600" dirty="0" smtClean="0"/>
        </a:defP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2063</ep:Words>
  <ep:PresentationFormat>화면 슬라이드 쇼(4:3)</ep:PresentationFormat>
  <ep:Paragraphs>315</ep:Paragraphs>
  <ep:Slides>40</ep:Slides>
  <ep:Notes>3</ep:Notes>
  <ep:TotalTime>0</ep:TotalTime>
  <ep:HiddenSlides>0</ep:HiddenSlides>
  <ep:MMClips>0</ep:MMClips>
  <ep:HeadingPairs>
    <vt:vector size="4" baseType="variant">
      <vt:variant>
        <vt:lpstr>테마</vt:lpstr>
      </vt:variant>
      <vt:variant>
        <vt:i4>1</vt:i4>
      </vt:variant>
      <vt:variant>
        <vt:lpstr>슬라이드 제목</vt:lpstr>
      </vt:variant>
      <vt:variant>
        <vt:i4>40</vt:i4>
      </vt:variant>
    </vt:vector>
  </ep:HeadingPairs>
  <ep:TitlesOfParts>
    <vt:vector size="41" baseType="lpstr">
      <vt:lpstr>Office 테마</vt:lpstr>
      <vt:lpstr>PowerPoint 프레젠테이션</vt:lpstr>
      <vt:lpstr>04 리눅스의 배포판</vt:lpstr>
      <vt:lpstr>04 리눅스의 배포판</vt:lpstr>
      <vt:lpstr>PowerPoint 프레젠테이션</vt:lpstr>
      <vt:lpstr>05 리눅스 실습환경 구축</vt:lpstr>
      <vt:lpstr>05 리눅스 실습환경 구축</vt:lpstr>
      <vt:lpstr>05 리눅스 실습환경 구축</vt:lpstr>
      <vt:lpstr>05 리눅스 실습환경 구축</vt:lpstr>
      <vt:lpstr>05 리눅스 실습환경 구축</vt:lpstr>
      <vt:lpstr>05 리눅스 실습환경 구축</vt:lpstr>
      <vt:lpstr>05 리눅스 실습환경 구축</vt:lpstr>
      <vt:lpstr>05 리눅스 실습환경 구축</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lpstr>슬라이드 25</vt:lpstr>
      <vt:lpstr>슬라이드 26</vt:lpstr>
      <vt:lpstr>슬라이드 27</vt:lpstr>
      <vt:lpstr>슬라이드 28</vt:lpstr>
      <vt:lpstr>슬라이드 29</vt:lpstr>
      <vt:lpstr>슬라이드 30</vt:lpstr>
      <vt:lpstr>슬라이드 31</vt:lpstr>
      <vt:lpstr>슬라이드 32</vt:lpstr>
      <vt:lpstr>슬라이드 33</vt:lpstr>
      <vt:lpstr>슬라이드 34</vt:lpstr>
      <vt:lpstr>슬라이드 35</vt:lpstr>
      <vt:lpstr>슬라이드 36</vt:lpstr>
      <vt:lpstr>슬라이드 37</vt:lpstr>
      <vt:lpstr>슬라이드 38</vt:lpstr>
      <vt:lpstr>슬라이드 39</vt:lpstr>
      <vt:lpstr>슬라이드 40</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2012-07-11T10:23:22.000</dcterms:created>
  <dc:creator>오세종;신현석</dc:creator>
  <cp:lastModifiedBy>user</cp:lastModifiedBy>
  <dcterms:modified xsi:type="dcterms:W3CDTF">2026-03-05T05:49:48.928</dcterms:modified>
  <cp:revision>1070</cp:revision>
  <dc:title>PowerPoint 프레젠테이션</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